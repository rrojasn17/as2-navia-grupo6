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Poppins"/>
      <p:regular r:id="rId25"/>
      <p:bold r:id="rId26"/>
      <p:italic r:id="rId27"/>
      <p:boldItalic r:id="rId28"/>
    </p:embeddedFont>
    <p:embeddedFont>
      <p:font typeface="Nunito Sans Black"/>
      <p:bold r:id="rId29"/>
      <p:boldItalic r:id="rId30"/>
    </p:embeddedFont>
    <p:embeddedFont>
      <p:font typeface="Nunito Sans Medium"/>
      <p:regular r:id="rId31"/>
      <p:bold r:id="rId32"/>
      <p:italic r:id="rId33"/>
      <p:boldItalic r:id="rId34"/>
    </p:embeddedFont>
    <p:embeddedFont>
      <p:font typeface="Nunito Sans SemiBold"/>
      <p:regular r:id="rId35"/>
      <p:bold r:id="rId36"/>
      <p:italic r:id="rId37"/>
      <p:boldItalic r:id="rId38"/>
    </p:embeddedFont>
    <p:embeddedFont>
      <p:font typeface="Nunito Sans ExtraBold"/>
      <p:bold r:id="rId39"/>
      <p:boldItalic r:id="rId40"/>
    </p:embeddedFont>
    <p:embeddedFont>
      <p:font typeface="Lexend"/>
      <p:regular r:id="rId41"/>
      <p:bold r:id="rId42"/>
    </p:embeddedFont>
    <p:embeddedFont>
      <p:font typeface="Poppins SemiBold"/>
      <p:regular r:id="rId43"/>
      <p:bold r:id="rId44"/>
      <p:italic r:id="rId45"/>
      <p:boldItalic r:id="rId46"/>
    </p:embeddedFont>
    <p:embeddedFont>
      <p:font typeface="Nunito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unitoSansExtraBold-boldItalic.fntdata"/><Relationship Id="rId42" Type="http://schemas.openxmlformats.org/officeDocument/2006/relationships/font" Target="fonts/Lexend-bold.fntdata"/><Relationship Id="rId41" Type="http://schemas.openxmlformats.org/officeDocument/2006/relationships/font" Target="fonts/Lexend-regular.fntdata"/><Relationship Id="rId44" Type="http://schemas.openxmlformats.org/officeDocument/2006/relationships/font" Target="fonts/PoppinsSemiBold-bold.fntdata"/><Relationship Id="rId43" Type="http://schemas.openxmlformats.org/officeDocument/2006/relationships/font" Target="fonts/PoppinsSemiBold-regular.fntdata"/><Relationship Id="rId46" Type="http://schemas.openxmlformats.org/officeDocument/2006/relationships/font" Target="fonts/PoppinsSemiBold-boldItalic.fntdata"/><Relationship Id="rId45"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NunitoSans-bold.fntdata"/><Relationship Id="rId47" Type="http://schemas.openxmlformats.org/officeDocument/2006/relationships/font" Target="fonts/NunitoSans-regular.fntdata"/><Relationship Id="rId49" Type="http://schemas.openxmlformats.org/officeDocument/2006/relationships/font" Target="fonts/Nunito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NunitoSansMedium-regular.fntdata"/><Relationship Id="rId30" Type="http://schemas.openxmlformats.org/officeDocument/2006/relationships/font" Target="fonts/NunitoSansBlack-boldItalic.fntdata"/><Relationship Id="rId33" Type="http://schemas.openxmlformats.org/officeDocument/2006/relationships/font" Target="fonts/NunitoSansMedium-italic.fntdata"/><Relationship Id="rId32" Type="http://schemas.openxmlformats.org/officeDocument/2006/relationships/font" Target="fonts/NunitoSansMedium-bold.fntdata"/><Relationship Id="rId35" Type="http://schemas.openxmlformats.org/officeDocument/2006/relationships/font" Target="fonts/NunitoSansSemiBold-regular.fntdata"/><Relationship Id="rId34" Type="http://schemas.openxmlformats.org/officeDocument/2006/relationships/font" Target="fonts/NunitoSansMedium-boldItalic.fntdata"/><Relationship Id="rId37" Type="http://schemas.openxmlformats.org/officeDocument/2006/relationships/font" Target="fonts/NunitoSansSemiBold-italic.fntdata"/><Relationship Id="rId36" Type="http://schemas.openxmlformats.org/officeDocument/2006/relationships/font" Target="fonts/NunitoSansSemiBold-bold.fntdata"/><Relationship Id="rId39" Type="http://schemas.openxmlformats.org/officeDocument/2006/relationships/font" Target="fonts/NunitoSansExtraBold-bold.fntdata"/><Relationship Id="rId38" Type="http://schemas.openxmlformats.org/officeDocument/2006/relationships/font" Target="fonts/NunitoSansSemiBold-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29" Type="http://schemas.openxmlformats.org/officeDocument/2006/relationships/font" Target="fonts/NunitoSansBlack-bold.fntdata"/><Relationship Id="rId50" Type="http://schemas.openxmlformats.org/officeDocument/2006/relationships/font" Target="fonts/Nunito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d64641ed8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d64641ed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64641ed81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64641ed8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d64641ed81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d64641ed81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rgbClr val="E6E9F5"/>
        </a:solidFill>
      </p:bgPr>
    </p:bg>
    <p:spTree>
      <p:nvGrpSpPr>
        <p:cNvPr id="50" name="Shape 50"/>
        <p:cNvGrpSpPr/>
        <p:nvPr/>
      </p:nvGrpSpPr>
      <p:grpSpPr>
        <a:xfrm>
          <a:off x="0" y="0"/>
          <a:ext cx="0" cy="0"/>
          <a:chOff x="0" y="0"/>
          <a:chExt cx="0" cy="0"/>
        </a:xfrm>
      </p:grpSpPr>
      <p:sp>
        <p:nvSpPr>
          <p:cNvPr id="51" name="Google Shape;51;p13"/>
          <p:cNvSpPr/>
          <p:nvPr/>
        </p:nvSpPr>
        <p:spPr>
          <a:xfrm>
            <a:off x="0" y="0"/>
            <a:ext cx="994200" cy="6858000"/>
          </a:xfrm>
          <a:prstGeom prst="roundRect">
            <a:avLst>
              <a:gd fmla="val 0" name="adj"/>
            </a:avLst>
          </a:prstGeom>
          <a:solidFill>
            <a:srgbClr val="F3CA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2" name="Shape 52"/>
        <p:cNvGrpSpPr/>
        <p:nvPr/>
      </p:nvGrpSpPr>
      <p:grpSpPr>
        <a:xfrm>
          <a:off x="0" y="0"/>
          <a:ext cx="0" cy="0"/>
          <a:chOff x="0" y="0"/>
          <a:chExt cx="0" cy="0"/>
        </a:xfrm>
      </p:grpSpPr>
      <p:sp>
        <p:nvSpPr>
          <p:cNvPr id="53" name="Google Shape;53;p14"/>
          <p:cNvSpPr/>
          <p:nvPr>
            <p:ph idx="2" type="pic"/>
          </p:nvPr>
        </p:nvSpPr>
        <p:spPr>
          <a:xfrm>
            <a:off x="1741714" y="3991429"/>
            <a:ext cx="8708700" cy="2866500"/>
          </a:xfrm>
          <a:prstGeom prst="roundRect">
            <a:avLst>
              <a:gd fmla="val 0" name="adj"/>
            </a:avLst>
          </a:prstGeom>
          <a:solidFill>
            <a:schemeClr val="lt1"/>
          </a:solidFill>
          <a:ln>
            <a:noFill/>
          </a:ln>
        </p:spPr>
      </p:sp>
      <p:sp>
        <p:nvSpPr>
          <p:cNvPr id="54" name="Google Shape;54;p14"/>
          <p:cNvSpPr/>
          <p:nvPr/>
        </p:nvSpPr>
        <p:spPr>
          <a:xfrm>
            <a:off x="0" y="0"/>
            <a:ext cx="12192000" cy="39915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 name="Google Shape;55;p14"/>
          <p:cNvSpPr/>
          <p:nvPr/>
        </p:nvSpPr>
        <p:spPr>
          <a:xfrm>
            <a:off x="0" y="0"/>
            <a:ext cx="987000" cy="987000"/>
          </a:xfrm>
          <a:prstGeom prst="roundRect">
            <a:avLst>
              <a:gd fmla="val 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Slide">
  <p:cSld name="10_Title Slide">
    <p:spTree>
      <p:nvGrpSpPr>
        <p:cNvPr id="56" name="Shape 56"/>
        <p:cNvGrpSpPr/>
        <p:nvPr/>
      </p:nvGrpSpPr>
      <p:grpSpPr>
        <a:xfrm>
          <a:off x="0" y="0"/>
          <a:ext cx="0" cy="0"/>
          <a:chOff x="0" y="0"/>
          <a:chExt cx="0" cy="0"/>
        </a:xfrm>
      </p:grpSpPr>
      <p:sp>
        <p:nvSpPr>
          <p:cNvPr id="57" name="Google Shape;57;p15"/>
          <p:cNvSpPr/>
          <p:nvPr>
            <p:ph idx="2" type="pic"/>
          </p:nvPr>
        </p:nvSpPr>
        <p:spPr>
          <a:xfrm>
            <a:off x="4904225" y="396912"/>
            <a:ext cx="3314700" cy="2095500"/>
          </a:xfrm>
          <a:prstGeom prst="roundRect">
            <a:avLst>
              <a:gd fmla="val 0" name="adj"/>
            </a:avLst>
          </a:prstGeom>
          <a:solidFill>
            <a:schemeClr val="lt1"/>
          </a:solidFill>
          <a:ln>
            <a:noFill/>
          </a:ln>
        </p:spPr>
      </p:sp>
      <p:sp>
        <p:nvSpPr>
          <p:cNvPr id="58" name="Google Shape;58;p15"/>
          <p:cNvSpPr/>
          <p:nvPr>
            <p:ph idx="3" type="pic"/>
          </p:nvPr>
        </p:nvSpPr>
        <p:spPr>
          <a:xfrm>
            <a:off x="4904225" y="3578262"/>
            <a:ext cx="3314700" cy="2095500"/>
          </a:xfrm>
          <a:prstGeom prst="roundRect">
            <a:avLst>
              <a:gd fmla="val 0" name="adj"/>
            </a:avLst>
          </a:prstGeom>
          <a:solidFill>
            <a:schemeClr val="lt1"/>
          </a:solidFill>
          <a:ln>
            <a:noFill/>
          </a:ln>
        </p:spPr>
      </p:sp>
      <p:sp>
        <p:nvSpPr>
          <p:cNvPr id="59" name="Google Shape;59;p15"/>
          <p:cNvSpPr/>
          <p:nvPr>
            <p:ph idx="4" type="pic"/>
          </p:nvPr>
        </p:nvSpPr>
        <p:spPr>
          <a:xfrm>
            <a:off x="8504675" y="396912"/>
            <a:ext cx="3314700" cy="2095500"/>
          </a:xfrm>
          <a:prstGeom prst="roundRect">
            <a:avLst>
              <a:gd fmla="val 0" name="adj"/>
            </a:avLst>
          </a:prstGeom>
          <a:solidFill>
            <a:schemeClr val="lt1"/>
          </a:solidFill>
          <a:ln>
            <a:noFill/>
          </a:ln>
        </p:spPr>
      </p:sp>
      <p:sp>
        <p:nvSpPr>
          <p:cNvPr id="60" name="Google Shape;60;p15"/>
          <p:cNvSpPr/>
          <p:nvPr>
            <p:ph idx="5" type="pic"/>
          </p:nvPr>
        </p:nvSpPr>
        <p:spPr>
          <a:xfrm>
            <a:off x="8504675" y="3578262"/>
            <a:ext cx="3314700" cy="2095500"/>
          </a:xfrm>
          <a:prstGeom prst="roundRect">
            <a:avLst>
              <a:gd fmla="val 0" name="adj"/>
            </a:avLst>
          </a:prstGeom>
          <a:solidFill>
            <a:schemeClr val="lt1"/>
          </a:solidFill>
          <a:ln>
            <a:noFill/>
          </a:ln>
        </p:spPr>
      </p:sp>
      <p:sp>
        <p:nvSpPr>
          <p:cNvPr id="61" name="Google Shape;61;p15"/>
          <p:cNvSpPr/>
          <p:nvPr/>
        </p:nvSpPr>
        <p:spPr>
          <a:xfrm>
            <a:off x="8504676" y="5654712"/>
            <a:ext cx="3314700" cy="8955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 name="Google Shape;62;p15"/>
          <p:cNvSpPr/>
          <p:nvPr/>
        </p:nvSpPr>
        <p:spPr>
          <a:xfrm>
            <a:off x="4904225" y="5654712"/>
            <a:ext cx="3314700" cy="8955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 name="Google Shape;63;p15"/>
          <p:cNvSpPr/>
          <p:nvPr/>
        </p:nvSpPr>
        <p:spPr>
          <a:xfrm>
            <a:off x="4904225" y="2482887"/>
            <a:ext cx="3314700" cy="8955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 name="Google Shape;64;p15"/>
          <p:cNvSpPr/>
          <p:nvPr/>
        </p:nvSpPr>
        <p:spPr>
          <a:xfrm>
            <a:off x="8504675" y="2482887"/>
            <a:ext cx="3314700" cy="8955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65" name="Shape 65"/>
        <p:cNvGrpSpPr/>
        <p:nvPr/>
      </p:nvGrpSpPr>
      <p:grpSpPr>
        <a:xfrm>
          <a:off x="0" y="0"/>
          <a:ext cx="0" cy="0"/>
          <a:chOff x="0" y="0"/>
          <a:chExt cx="0" cy="0"/>
        </a:xfrm>
      </p:grpSpPr>
      <p:sp>
        <p:nvSpPr>
          <p:cNvPr id="66" name="Google Shape;66;p16"/>
          <p:cNvSpPr/>
          <p:nvPr>
            <p:ph idx="2" type="pic"/>
          </p:nvPr>
        </p:nvSpPr>
        <p:spPr>
          <a:xfrm>
            <a:off x="5886450" y="0"/>
            <a:ext cx="6305700" cy="3390900"/>
          </a:xfrm>
          <a:prstGeom prst="roundRect">
            <a:avLst>
              <a:gd fmla="val 0" name="adj"/>
            </a:avLst>
          </a:prstGeom>
          <a:solidFill>
            <a:schemeClr val="lt1"/>
          </a:solidFill>
          <a:ln>
            <a:noFill/>
          </a:ln>
        </p:spPr>
      </p:sp>
      <p:sp>
        <p:nvSpPr>
          <p:cNvPr id="67" name="Google Shape;67;p16"/>
          <p:cNvSpPr/>
          <p:nvPr/>
        </p:nvSpPr>
        <p:spPr>
          <a:xfrm>
            <a:off x="5886450" y="3390900"/>
            <a:ext cx="6305700" cy="34671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68" name="Shape 68"/>
        <p:cNvGrpSpPr/>
        <p:nvPr/>
      </p:nvGrpSpPr>
      <p:grpSpPr>
        <a:xfrm>
          <a:off x="0" y="0"/>
          <a:ext cx="0" cy="0"/>
          <a:chOff x="0" y="0"/>
          <a:chExt cx="0" cy="0"/>
        </a:xfrm>
      </p:grpSpPr>
      <p:sp>
        <p:nvSpPr>
          <p:cNvPr id="69" name="Google Shape;69;p17"/>
          <p:cNvSpPr/>
          <p:nvPr/>
        </p:nvSpPr>
        <p:spPr>
          <a:xfrm>
            <a:off x="0" y="0"/>
            <a:ext cx="5362200" cy="68580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 name="Google Shape;70;p17"/>
          <p:cNvSpPr/>
          <p:nvPr>
            <p:ph idx="2" type="pic"/>
          </p:nvPr>
        </p:nvSpPr>
        <p:spPr>
          <a:xfrm>
            <a:off x="571500" y="971550"/>
            <a:ext cx="4790700" cy="4910400"/>
          </a:xfrm>
          <a:prstGeom prst="roundRect">
            <a:avLst>
              <a:gd fmla="val 0" name="adj"/>
            </a:avLst>
          </a:prstGeom>
          <a:solidFill>
            <a:schemeClr val="lt1"/>
          </a:solidFill>
          <a:ln>
            <a:noFill/>
          </a:ln>
        </p:spPr>
      </p:sp>
      <p:sp>
        <p:nvSpPr>
          <p:cNvPr id="71" name="Google Shape;71;p17"/>
          <p:cNvSpPr/>
          <p:nvPr/>
        </p:nvSpPr>
        <p:spPr>
          <a:xfrm>
            <a:off x="5362122" y="971550"/>
            <a:ext cx="981600" cy="58866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72" name="Shape 72"/>
        <p:cNvGrpSpPr/>
        <p:nvPr/>
      </p:nvGrpSpPr>
      <p:grpSpPr>
        <a:xfrm>
          <a:off x="0" y="0"/>
          <a:ext cx="0" cy="0"/>
          <a:chOff x="0" y="0"/>
          <a:chExt cx="0" cy="0"/>
        </a:xfrm>
      </p:grpSpPr>
      <p:sp>
        <p:nvSpPr>
          <p:cNvPr id="73" name="Google Shape;73;p18"/>
          <p:cNvSpPr/>
          <p:nvPr>
            <p:ph idx="2" type="pic"/>
          </p:nvPr>
        </p:nvSpPr>
        <p:spPr>
          <a:xfrm>
            <a:off x="0" y="3695700"/>
            <a:ext cx="4476900" cy="3162300"/>
          </a:xfrm>
          <a:prstGeom prst="roundRect">
            <a:avLst>
              <a:gd fmla="val 0" name="adj"/>
            </a:avLst>
          </a:prstGeom>
          <a:solidFill>
            <a:schemeClr val="lt1"/>
          </a:solidFill>
          <a:ln>
            <a:noFill/>
          </a:ln>
        </p:spPr>
      </p:sp>
      <p:sp>
        <p:nvSpPr>
          <p:cNvPr id="74" name="Google Shape;74;p18"/>
          <p:cNvSpPr/>
          <p:nvPr>
            <p:ph idx="3" type="pic"/>
          </p:nvPr>
        </p:nvSpPr>
        <p:spPr>
          <a:xfrm>
            <a:off x="4476750" y="3695700"/>
            <a:ext cx="7715400" cy="3162300"/>
          </a:xfrm>
          <a:prstGeom prst="roundRect">
            <a:avLst>
              <a:gd fmla="val 0" name="adj"/>
            </a:avLst>
          </a:prstGeom>
          <a:solidFill>
            <a:schemeClr val="lt1"/>
          </a:solidFill>
          <a:ln>
            <a:noFill/>
          </a:ln>
        </p:spPr>
      </p:sp>
      <p:sp>
        <p:nvSpPr>
          <p:cNvPr id="75" name="Google Shape;75;p18"/>
          <p:cNvSpPr/>
          <p:nvPr/>
        </p:nvSpPr>
        <p:spPr>
          <a:xfrm>
            <a:off x="0" y="0"/>
            <a:ext cx="4476900" cy="36957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Slide">
  <p:cSld name="8_Title Slide">
    <p:spTree>
      <p:nvGrpSpPr>
        <p:cNvPr id="76" name="Shape 76"/>
        <p:cNvGrpSpPr/>
        <p:nvPr/>
      </p:nvGrpSpPr>
      <p:grpSpPr>
        <a:xfrm>
          <a:off x="0" y="0"/>
          <a:ext cx="0" cy="0"/>
          <a:chOff x="0" y="0"/>
          <a:chExt cx="0" cy="0"/>
        </a:xfrm>
      </p:grpSpPr>
      <p:sp>
        <p:nvSpPr>
          <p:cNvPr id="77" name="Google Shape;77;p19"/>
          <p:cNvSpPr/>
          <p:nvPr>
            <p:ph idx="2" type="pic"/>
          </p:nvPr>
        </p:nvSpPr>
        <p:spPr>
          <a:xfrm>
            <a:off x="6438900" y="521607"/>
            <a:ext cx="5167200" cy="5802900"/>
          </a:xfrm>
          <a:prstGeom prst="roundRect">
            <a:avLst>
              <a:gd fmla="val 0" name="adj"/>
            </a:avLst>
          </a:prstGeom>
          <a:solidFill>
            <a:schemeClr val="lt1"/>
          </a:solidFill>
          <a:ln>
            <a:noFill/>
          </a:ln>
        </p:spPr>
      </p:sp>
      <p:sp>
        <p:nvSpPr>
          <p:cNvPr id="78" name="Google Shape;78;p19"/>
          <p:cNvSpPr/>
          <p:nvPr/>
        </p:nvSpPr>
        <p:spPr>
          <a:xfrm>
            <a:off x="6438900" y="5276850"/>
            <a:ext cx="1048800" cy="10479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 name="Google Shape;79;p19"/>
          <p:cNvSpPr/>
          <p:nvPr/>
        </p:nvSpPr>
        <p:spPr>
          <a:xfrm>
            <a:off x="5390233" y="5276850"/>
            <a:ext cx="1048800" cy="1047900"/>
          </a:xfrm>
          <a:prstGeom prst="roundRect">
            <a:avLst>
              <a:gd fmla="val 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p:cSld name="13_Title Slide">
    <p:spTree>
      <p:nvGrpSpPr>
        <p:cNvPr id="80" name="Shape 80"/>
        <p:cNvGrpSpPr/>
        <p:nvPr/>
      </p:nvGrpSpPr>
      <p:grpSpPr>
        <a:xfrm>
          <a:off x="0" y="0"/>
          <a:ext cx="0" cy="0"/>
          <a:chOff x="0" y="0"/>
          <a:chExt cx="0" cy="0"/>
        </a:xfrm>
      </p:grpSpPr>
      <p:sp>
        <p:nvSpPr>
          <p:cNvPr id="81" name="Google Shape;81;p20"/>
          <p:cNvSpPr/>
          <p:nvPr>
            <p:ph idx="2" type="pic"/>
          </p:nvPr>
        </p:nvSpPr>
        <p:spPr>
          <a:xfrm>
            <a:off x="1733550" y="2076450"/>
            <a:ext cx="3009900" cy="3040800"/>
          </a:xfrm>
          <a:prstGeom prst="roundRect">
            <a:avLst>
              <a:gd fmla="val 0" name="adj"/>
            </a:avLst>
          </a:prstGeom>
          <a:solidFill>
            <a:schemeClr val="lt1"/>
          </a:solidFill>
          <a:ln>
            <a:noFill/>
          </a:ln>
        </p:spPr>
      </p:sp>
      <p:sp>
        <p:nvSpPr>
          <p:cNvPr id="82" name="Google Shape;82;p20"/>
          <p:cNvSpPr/>
          <p:nvPr>
            <p:ph idx="3" type="pic"/>
          </p:nvPr>
        </p:nvSpPr>
        <p:spPr>
          <a:xfrm>
            <a:off x="4743302" y="2076450"/>
            <a:ext cx="3009900" cy="3040800"/>
          </a:xfrm>
          <a:prstGeom prst="roundRect">
            <a:avLst>
              <a:gd fmla="val 0" name="adj"/>
            </a:avLst>
          </a:prstGeom>
          <a:solidFill>
            <a:schemeClr val="lt1"/>
          </a:solidFill>
          <a:ln>
            <a:noFill/>
          </a:ln>
        </p:spPr>
      </p:sp>
      <p:sp>
        <p:nvSpPr>
          <p:cNvPr id="83" name="Google Shape;83;p20"/>
          <p:cNvSpPr/>
          <p:nvPr>
            <p:ph idx="4" type="pic"/>
          </p:nvPr>
        </p:nvSpPr>
        <p:spPr>
          <a:xfrm>
            <a:off x="7753054" y="2076450"/>
            <a:ext cx="3009900" cy="3040800"/>
          </a:xfrm>
          <a:prstGeom prst="roundRect">
            <a:avLst>
              <a:gd fmla="val 0" name="adj"/>
            </a:avLst>
          </a:prstGeom>
          <a:solidFill>
            <a:schemeClr val="lt1"/>
          </a:solidFill>
          <a:ln>
            <a:noFill/>
          </a:ln>
        </p:spPr>
      </p:sp>
      <p:sp>
        <p:nvSpPr>
          <p:cNvPr id="84" name="Google Shape;84;p20"/>
          <p:cNvSpPr/>
          <p:nvPr/>
        </p:nvSpPr>
        <p:spPr>
          <a:xfrm>
            <a:off x="0" y="0"/>
            <a:ext cx="1733700" cy="20766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 name="Google Shape;85;p20"/>
          <p:cNvSpPr/>
          <p:nvPr/>
        </p:nvSpPr>
        <p:spPr>
          <a:xfrm>
            <a:off x="10762806" y="5117152"/>
            <a:ext cx="1429200" cy="1740900"/>
          </a:xfrm>
          <a:prstGeom prst="roundRect">
            <a:avLst>
              <a:gd fmla="val 0" name="adj"/>
            </a:avLst>
          </a:prstGeom>
          <a:solidFill>
            <a:srgbClr val="FF83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Slide">
  <p:cSld name="16_Title Slide">
    <p:spTree>
      <p:nvGrpSpPr>
        <p:cNvPr id="86" name="Shape 86"/>
        <p:cNvGrpSpPr/>
        <p:nvPr/>
      </p:nvGrpSpPr>
      <p:grpSpPr>
        <a:xfrm>
          <a:off x="0" y="0"/>
          <a:ext cx="0" cy="0"/>
          <a:chOff x="0" y="0"/>
          <a:chExt cx="0" cy="0"/>
        </a:xfrm>
      </p:grpSpPr>
      <p:sp>
        <p:nvSpPr>
          <p:cNvPr id="87" name="Google Shape;87;p21"/>
          <p:cNvSpPr/>
          <p:nvPr>
            <p:ph idx="2" type="pic"/>
          </p:nvPr>
        </p:nvSpPr>
        <p:spPr>
          <a:xfrm>
            <a:off x="6962660" y="0"/>
            <a:ext cx="5229300" cy="2502000"/>
          </a:xfrm>
          <a:prstGeom prst="roundRect">
            <a:avLst>
              <a:gd fmla="val 0" name="adj"/>
            </a:avLst>
          </a:prstGeom>
          <a:solidFill>
            <a:schemeClr val="lt1"/>
          </a:solidFill>
          <a:ln>
            <a:noFill/>
          </a:ln>
        </p:spPr>
      </p:sp>
      <p:sp>
        <p:nvSpPr>
          <p:cNvPr id="88" name="Google Shape;88;p21"/>
          <p:cNvSpPr/>
          <p:nvPr>
            <p:ph idx="3" type="pic"/>
          </p:nvPr>
        </p:nvSpPr>
        <p:spPr>
          <a:xfrm>
            <a:off x="6962660" y="2692400"/>
            <a:ext cx="5229300" cy="4165500"/>
          </a:xfrm>
          <a:prstGeom prst="roundRect">
            <a:avLst>
              <a:gd fmla="val 0" name="adj"/>
            </a:avLst>
          </a:prstGeom>
          <a:solidFill>
            <a:schemeClr val="lt1"/>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Slide">
  <p:cSld name="17_Title Slide">
    <p:spTree>
      <p:nvGrpSpPr>
        <p:cNvPr id="89" name="Shape 89"/>
        <p:cNvGrpSpPr/>
        <p:nvPr/>
      </p:nvGrpSpPr>
      <p:grpSpPr>
        <a:xfrm>
          <a:off x="0" y="0"/>
          <a:ext cx="0" cy="0"/>
          <a:chOff x="0" y="0"/>
          <a:chExt cx="0" cy="0"/>
        </a:xfrm>
      </p:grpSpPr>
      <p:sp>
        <p:nvSpPr>
          <p:cNvPr id="90" name="Google Shape;90;p22"/>
          <p:cNvSpPr/>
          <p:nvPr>
            <p:ph idx="2" type="pic"/>
          </p:nvPr>
        </p:nvSpPr>
        <p:spPr>
          <a:xfrm>
            <a:off x="1131320" y="896255"/>
            <a:ext cx="3967500" cy="4045200"/>
          </a:xfrm>
          <a:prstGeom prst="roundRect">
            <a:avLst>
              <a:gd fmla="val 0" name="adj"/>
            </a:avLst>
          </a:prstGeom>
          <a:solidFill>
            <a:schemeClr val="lt1"/>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itle Slide">
  <p:cSld name="22_Title Slide">
    <p:spTree>
      <p:nvGrpSpPr>
        <p:cNvPr id="91" name="Shape 91"/>
        <p:cNvGrpSpPr/>
        <p:nvPr/>
      </p:nvGrpSpPr>
      <p:grpSpPr>
        <a:xfrm>
          <a:off x="0" y="0"/>
          <a:ext cx="0" cy="0"/>
          <a:chOff x="0" y="0"/>
          <a:chExt cx="0" cy="0"/>
        </a:xfrm>
      </p:grpSpPr>
      <p:sp>
        <p:nvSpPr>
          <p:cNvPr id="92" name="Google Shape;92;p23"/>
          <p:cNvSpPr/>
          <p:nvPr/>
        </p:nvSpPr>
        <p:spPr>
          <a:xfrm>
            <a:off x="5123544" y="4085771"/>
            <a:ext cx="7068600" cy="23376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23"/>
          <p:cNvSpPr/>
          <p:nvPr/>
        </p:nvSpPr>
        <p:spPr>
          <a:xfrm>
            <a:off x="0" y="0"/>
            <a:ext cx="3831900" cy="6858000"/>
          </a:xfrm>
          <a:prstGeom prst="roundRect">
            <a:avLst>
              <a:gd fmla="val 0" name="adj"/>
            </a:avLst>
          </a:prstGeom>
          <a:solidFill>
            <a:srgbClr val="014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23"/>
          <p:cNvSpPr/>
          <p:nvPr>
            <p:ph idx="2" type="pic"/>
          </p:nvPr>
        </p:nvSpPr>
        <p:spPr>
          <a:xfrm>
            <a:off x="564244" y="434521"/>
            <a:ext cx="4559400" cy="5988900"/>
          </a:xfrm>
          <a:prstGeom prst="roundRect">
            <a:avLst>
              <a:gd fmla="val 0" name="adj"/>
            </a:avLst>
          </a:prstGeom>
          <a:solidFill>
            <a:schemeClr val="lt1"/>
          </a:solidFill>
          <a:ln>
            <a:noFill/>
          </a:ln>
        </p:spPr>
      </p:sp>
      <p:sp>
        <p:nvSpPr>
          <p:cNvPr id="95" name="Google Shape;95;p23"/>
          <p:cNvSpPr/>
          <p:nvPr>
            <p:ph idx="3" type="pic"/>
          </p:nvPr>
        </p:nvSpPr>
        <p:spPr>
          <a:xfrm>
            <a:off x="5123544" y="434522"/>
            <a:ext cx="2134500" cy="3651300"/>
          </a:xfrm>
          <a:prstGeom prst="roundRect">
            <a:avLst>
              <a:gd fmla="val 0" name="adj"/>
            </a:avLst>
          </a:prstGeom>
          <a:solidFill>
            <a:schemeClr val="lt1"/>
          </a:solidFill>
          <a:ln>
            <a:noFill/>
          </a:ln>
        </p:spPr>
      </p:sp>
      <p:sp>
        <p:nvSpPr>
          <p:cNvPr id="96" name="Google Shape;96;p23"/>
          <p:cNvSpPr/>
          <p:nvPr>
            <p:ph idx="4" type="pic"/>
          </p:nvPr>
        </p:nvSpPr>
        <p:spPr>
          <a:xfrm>
            <a:off x="5123544" y="4085771"/>
            <a:ext cx="2134500" cy="2337600"/>
          </a:xfrm>
          <a:prstGeom prst="roundRect">
            <a:avLst>
              <a:gd fmla="val 0" name="adj"/>
            </a:avLst>
          </a:prstGeom>
          <a:solidFill>
            <a:schemeClr val="lt1"/>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Slide">
  <p:cSld name="26_Title Slide">
    <p:spTree>
      <p:nvGrpSpPr>
        <p:cNvPr id="97" name="Shape 97"/>
        <p:cNvGrpSpPr/>
        <p:nvPr/>
      </p:nvGrpSpPr>
      <p:grpSpPr>
        <a:xfrm>
          <a:off x="0" y="0"/>
          <a:ext cx="0" cy="0"/>
          <a:chOff x="0" y="0"/>
          <a:chExt cx="0" cy="0"/>
        </a:xfrm>
      </p:grpSpPr>
      <p:sp>
        <p:nvSpPr>
          <p:cNvPr id="98" name="Google Shape;98;p24"/>
          <p:cNvSpPr/>
          <p:nvPr>
            <p:ph idx="2" type="pic"/>
          </p:nvPr>
        </p:nvSpPr>
        <p:spPr>
          <a:xfrm>
            <a:off x="1187482" y="2119086"/>
            <a:ext cx="4048500" cy="2531700"/>
          </a:xfrm>
          <a:prstGeom prst="rect">
            <a:avLst/>
          </a:prstGeom>
          <a:solidFill>
            <a:schemeClr val="lt1"/>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Slide">
  <p:cSld name="27_Title Slide">
    <p:spTree>
      <p:nvGrpSpPr>
        <p:cNvPr id="99" name="Shape 99"/>
        <p:cNvGrpSpPr/>
        <p:nvPr/>
      </p:nvGrpSpPr>
      <p:grpSpPr>
        <a:xfrm>
          <a:off x="0" y="0"/>
          <a:ext cx="0" cy="0"/>
          <a:chOff x="0" y="0"/>
          <a:chExt cx="0" cy="0"/>
        </a:xfrm>
      </p:grpSpPr>
      <p:sp>
        <p:nvSpPr>
          <p:cNvPr id="100" name="Google Shape;100;p25"/>
          <p:cNvSpPr/>
          <p:nvPr/>
        </p:nvSpPr>
        <p:spPr>
          <a:xfrm>
            <a:off x="7282543" y="3581400"/>
            <a:ext cx="4909500" cy="3276600"/>
          </a:xfrm>
          <a:prstGeom prst="roundRect">
            <a:avLst>
              <a:gd fmla="val 0" name="adj"/>
            </a:avLst>
          </a:prstGeom>
          <a:solidFill>
            <a:srgbClr val="4A2A4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 name="Google Shape;101;p25"/>
          <p:cNvSpPr/>
          <p:nvPr>
            <p:ph idx="2" type="pic"/>
          </p:nvPr>
        </p:nvSpPr>
        <p:spPr>
          <a:xfrm>
            <a:off x="7282543" y="1204686"/>
            <a:ext cx="2888400" cy="4268700"/>
          </a:xfrm>
          <a:prstGeom prst="roundRect">
            <a:avLst>
              <a:gd fmla="val 3531" name="adj"/>
            </a:avLst>
          </a:prstGeom>
          <a:solidFill>
            <a:schemeClr val="lt1"/>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02" name="Shape 102"/>
        <p:cNvGrpSpPr/>
        <p:nvPr/>
      </p:nvGrpSpPr>
      <p:grpSpPr>
        <a:xfrm>
          <a:off x="0" y="0"/>
          <a:ext cx="0" cy="0"/>
          <a:chOff x="0" y="0"/>
          <a:chExt cx="0" cy="0"/>
        </a:xfrm>
      </p:grpSpPr>
      <p:sp>
        <p:nvSpPr>
          <p:cNvPr id="103" name="Google Shape;103;p26"/>
          <p:cNvSpPr/>
          <p:nvPr/>
        </p:nvSpPr>
        <p:spPr>
          <a:xfrm>
            <a:off x="0" y="5353050"/>
            <a:ext cx="12192000" cy="1505100"/>
          </a:xfrm>
          <a:prstGeom prst="roundRect">
            <a:avLst>
              <a:gd fmla="val 0" name="adj"/>
            </a:avLst>
          </a:prstGeom>
          <a:solidFill>
            <a:srgbClr val="E6E9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 name="Google Shape;104;p26"/>
          <p:cNvSpPr/>
          <p:nvPr>
            <p:ph idx="2" type="pic"/>
          </p:nvPr>
        </p:nvSpPr>
        <p:spPr>
          <a:xfrm>
            <a:off x="7500801" y="827313"/>
            <a:ext cx="2424000" cy="4978500"/>
          </a:xfrm>
          <a:prstGeom prst="roundRect">
            <a:avLst>
              <a:gd fmla="val 12475" name="adj"/>
            </a:avLst>
          </a:prstGeom>
          <a:solidFill>
            <a:schemeClr val="lt1"/>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05" name="Shape 10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png"/><Relationship Id="rId10"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jp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png"/><Relationship Id="rId11" Type="http://schemas.openxmlformats.org/officeDocument/2006/relationships/image" Target="../media/image7.png"/><Relationship Id="rId10" Type="http://schemas.openxmlformats.org/officeDocument/2006/relationships/image" Target="../media/image6.png"/><Relationship Id="rId1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10.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3.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8.jpg"/><Relationship Id="rId4" Type="http://schemas.openxmlformats.org/officeDocument/2006/relationships/image" Target="../media/image27.jpg"/><Relationship Id="rId5" Type="http://schemas.openxmlformats.org/officeDocument/2006/relationships/image" Target="../media/image32.jpg"/><Relationship Id="rId6" Type="http://schemas.openxmlformats.org/officeDocument/2006/relationships/image" Target="../media/image26.jp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0.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5.jpg"/><Relationship Id="rId4" Type="http://schemas.openxmlformats.org/officeDocument/2006/relationships/image" Target="../media/image20.jp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4.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image" Target="../media/image28.jpg"/><Relationship Id="rId4" Type="http://schemas.openxmlformats.org/officeDocument/2006/relationships/image" Target="../media/image23.jpg"/><Relationship Id="rId5" Type="http://schemas.openxmlformats.org/officeDocument/2006/relationships/image" Target="../media/image25.jp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18.jp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15.jpg"/><Relationship Id="rId4" Type="http://schemas.openxmlformats.org/officeDocument/2006/relationships/image" Target="../media/image25.jpg"/><Relationship Id="rId5" Type="http://schemas.openxmlformats.org/officeDocument/2006/relationships/image" Target="../media/image14.jp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38.png"/><Relationship Id="rId5" Type="http://schemas.openxmlformats.org/officeDocument/2006/relationships/image" Target="../media/image10.pn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10.png"/><Relationship Id="rId5" Type="http://schemas.openxmlformats.org/officeDocument/2006/relationships/image" Target="../media/image22.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10.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9.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8"/>
          <p:cNvPicPr preferRelativeResize="0"/>
          <p:nvPr/>
        </p:nvPicPr>
        <p:blipFill rotWithShape="1">
          <a:blip r:embed="rId3">
            <a:alphaModFix/>
          </a:blip>
          <a:srcRect b="7855" l="0" r="0" t="7863"/>
          <a:stretch/>
        </p:blipFill>
        <p:spPr>
          <a:xfrm>
            <a:off x="42" y="2408"/>
            <a:ext cx="12191652" cy="6857815"/>
          </a:xfrm>
          <a:prstGeom prst="rect">
            <a:avLst/>
          </a:prstGeom>
          <a:noFill/>
          <a:ln>
            <a:noFill/>
          </a:ln>
        </p:spPr>
      </p:pic>
      <p:sp>
        <p:nvSpPr>
          <p:cNvPr id="111" name="Google Shape;111;p28"/>
          <p:cNvSpPr/>
          <p:nvPr/>
        </p:nvSpPr>
        <p:spPr>
          <a:xfrm>
            <a:off x="-125" y="-7225"/>
            <a:ext cx="12191700" cy="6857700"/>
          </a:xfrm>
          <a:prstGeom prst="rect">
            <a:avLst/>
          </a:prstGeom>
          <a:solidFill>
            <a:srgbClr val="292C34">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        </a:t>
            </a:r>
            <a:endParaRPr/>
          </a:p>
        </p:txBody>
      </p:sp>
      <p:pic>
        <p:nvPicPr>
          <p:cNvPr id="112" name="Google Shape;112;p28"/>
          <p:cNvPicPr preferRelativeResize="0"/>
          <p:nvPr/>
        </p:nvPicPr>
        <p:blipFill rotWithShape="1">
          <a:blip r:embed="rId4">
            <a:alphaModFix/>
          </a:blip>
          <a:srcRect b="5579" l="0" r="0" t="5588"/>
          <a:stretch/>
        </p:blipFill>
        <p:spPr>
          <a:xfrm>
            <a:off x="9223944" y="272934"/>
            <a:ext cx="2764555" cy="844810"/>
          </a:xfrm>
          <a:prstGeom prst="rect">
            <a:avLst/>
          </a:prstGeom>
          <a:noFill/>
          <a:ln>
            <a:noFill/>
          </a:ln>
        </p:spPr>
      </p:pic>
      <p:sp>
        <p:nvSpPr>
          <p:cNvPr id="113" name="Google Shape;113;p28"/>
          <p:cNvSpPr/>
          <p:nvPr/>
        </p:nvSpPr>
        <p:spPr>
          <a:xfrm>
            <a:off x="175" y="6463798"/>
            <a:ext cx="4063800" cy="3867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8"/>
          <p:cNvSpPr/>
          <p:nvPr/>
        </p:nvSpPr>
        <p:spPr>
          <a:xfrm>
            <a:off x="4064083" y="6463798"/>
            <a:ext cx="4063800" cy="386700"/>
          </a:xfrm>
          <a:prstGeom prst="rect">
            <a:avLst/>
          </a:prstGeom>
          <a:solidFill>
            <a:srgbClr val="FF83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8"/>
          <p:cNvSpPr/>
          <p:nvPr/>
        </p:nvSpPr>
        <p:spPr>
          <a:xfrm>
            <a:off x="8127991" y="6463798"/>
            <a:ext cx="4063800" cy="386700"/>
          </a:xfrm>
          <a:prstGeom prst="rect">
            <a:avLst/>
          </a:prstGeom>
          <a:solidFill>
            <a:srgbClr val="A2D4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8"/>
          <p:cNvSpPr txBox="1"/>
          <p:nvPr/>
        </p:nvSpPr>
        <p:spPr>
          <a:xfrm>
            <a:off x="1191824" y="6463798"/>
            <a:ext cx="20514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FFFFFF"/>
                </a:solidFill>
                <a:latin typeface="Nunito Sans"/>
                <a:ea typeface="Nunito Sans"/>
                <a:cs typeface="Nunito Sans"/>
                <a:sym typeface="Nunito Sans"/>
              </a:rPr>
              <a:t>(506) 4040-0440 EXT 0123</a:t>
            </a:r>
            <a:endParaRPr b="1" sz="1000">
              <a:solidFill>
                <a:srgbClr val="FFFFFF"/>
              </a:solidFill>
              <a:latin typeface="Nunito Sans"/>
              <a:ea typeface="Nunito Sans"/>
              <a:cs typeface="Nunito Sans"/>
              <a:sym typeface="Nunito Sans"/>
            </a:endParaRPr>
          </a:p>
        </p:txBody>
      </p:sp>
      <p:pic>
        <p:nvPicPr>
          <p:cNvPr id="117" name="Google Shape;117;p28"/>
          <p:cNvPicPr preferRelativeResize="0"/>
          <p:nvPr/>
        </p:nvPicPr>
        <p:blipFill>
          <a:blip r:embed="rId5">
            <a:alphaModFix/>
          </a:blip>
          <a:stretch>
            <a:fillRect/>
          </a:stretch>
        </p:blipFill>
        <p:spPr>
          <a:xfrm>
            <a:off x="795553" y="6528280"/>
            <a:ext cx="257793" cy="257826"/>
          </a:xfrm>
          <a:prstGeom prst="rect">
            <a:avLst/>
          </a:prstGeom>
          <a:noFill/>
          <a:ln>
            <a:noFill/>
          </a:ln>
        </p:spPr>
      </p:pic>
      <p:pic>
        <p:nvPicPr>
          <p:cNvPr id="118" name="Google Shape;118;p28"/>
          <p:cNvPicPr preferRelativeResize="0"/>
          <p:nvPr/>
        </p:nvPicPr>
        <p:blipFill>
          <a:blip r:embed="rId6">
            <a:alphaModFix/>
          </a:blip>
          <a:stretch>
            <a:fillRect/>
          </a:stretch>
        </p:blipFill>
        <p:spPr>
          <a:xfrm>
            <a:off x="9532126" y="6535175"/>
            <a:ext cx="244667" cy="244669"/>
          </a:xfrm>
          <a:prstGeom prst="rect">
            <a:avLst/>
          </a:prstGeom>
          <a:noFill/>
          <a:ln>
            <a:noFill/>
          </a:ln>
        </p:spPr>
      </p:pic>
      <p:pic>
        <p:nvPicPr>
          <p:cNvPr id="119" name="Google Shape;119;p28"/>
          <p:cNvPicPr preferRelativeResize="0"/>
          <p:nvPr/>
        </p:nvPicPr>
        <p:blipFill>
          <a:blip r:embed="rId7">
            <a:alphaModFix/>
          </a:blip>
          <a:stretch>
            <a:fillRect/>
          </a:stretch>
        </p:blipFill>
        <p:spPr>
          <a:xfrm>
            <a:off x="9920489" y="6536856"/>
            <a:ext cx="113955" cy="241318"/>
          </a:xfrm>
          <a:prstGeom prst="rect">
            <a:avLst/>
          </a:prstGeom>
          <a:noFill/>
          <a:ln>
            <a:noFill/>
          </a:ln>
        </p:spPr>
      </p:pic>
      <p:pic>
        <p:nvPicPr>
          <p:cNvPr id="120" name="Google Shape;120;p28"/>
          <p:cNvPicPr preferRelativeResize="0"/>
          <p:nvPr/>
        </p:nvPicPr>
        <p:blipFill>
          <a:blip r:embed="rId8">
            <a:alphaModFix/>
          </a:blip>
          <a:stretch>
            <a:fillRect/>
          </a:stretch>
        </p:blipFill>
        <p:spPr>
          <a:xfrm>
            <a:off x="10178139" y="6531824"/>
            <a:ext cx="251371" cy="251372"/>
          </a:xfrm>
          <a:prstGeom prst="rect">
            <a:avLst/>
          </a:prstGeom>
          <a:noFill/>
          <a:ln>
            <a:noFill/>
          </a:ln>
        </p:spPr>
      </p:pic>
      <p:pic>
        <p:nvPicPr>
          <p:cNvPr id="121" name="Google Shape;121;p28"/>
          <p:cNvPicPr preferRelativeResize="0"/>
          <p:nvPr/>
        </p:nvPicPr>
        <p:blipFill>
          <a:blip r:embed="rId9">
            <a:alphaModFix/>
          </a:blip>
          <a:stretch>
            <a:fillRect/>
          </a:stretch>
        </p:blipFill>
        <p:spPr>
          <a:xfrm>
            <a:off x="10573206" y="6555291"/>
            <a:ext cx="214503" cy="204450"/>
          </a:xfrm>
          <a:prstGeom prst="rect">
            <a:avLst/>
          </a:prstGeom>
          <a:noFill/>
          <a:ln>
            <a:noFill/>
          </a:ln>
        </p:spPr>
      </p:pic>
      <p:sp>
        <p:nvSpPr>
          <p:cNvPr id="122" name="Google Shape;122;p28"/>
          <p:cNvSpPr txBox="1"/>
          <p:nvPr/>
        </p:nvSpPr>
        <p:spPr>
          <a:xfrm>
            <a:off x="5662756" y="6463798"/>
            <a:ext cx="1285200" cy="3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FFFFFF"/>
                </a:solidFill>
                <a:latin typeface="Nunito Sans"/>
                <a:ea typeface="Nunito Sans"/>
                <a:cs typeface="Nunito Sans"/>
                <a:sym typeface="Nunito Sans"/>
              </a:rPr>
              <a:t>www.upi.ac.cr</a:t>
            </a:r>
            <a:endParaRPr b="1" sz="1100">
              <a:solidFill>
                <a:srgbClr val="FFFFFF"/>
              </a:solidFill>
              <a:latin typeface="Nunito Sans"/>
              <a:ea typeface="Nunito Sans"/>
              <a:cs typeface="Nunito Sans"/>
              <a:sym typeface="Nunito Sans"/>
            </a:endParaRPr>
          </a:p>
        </p:txBody>
      </p:sp>
      <p:sp>
        <p:nvSpPr>
          <p:cNvPr id="123" name="Google Shape;123;p28"/>
          <p:cNvSpPr txBox="1"/>
          <p:nvPr/>
        </p:nvSpPr>
        <p:spPr>
          <a:xfrm>
            <a:off x="795539" y="512747"/>
            <a:ext cx="4068600" cy="12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FFFFFF"/>
                </a:solidFill>
                <a:latin typeface="Nunito Sans"/>
                <a:ea typeface="Nunito Sans"/>
                <a:cs typeface="Nunito Sans"/>
                <a:sym typeface="Nunito Sans"/>
              </a:rPr>
              <a:t>Línea gráfica</a:t>
            </a:r>
            <a:endParaRPr b="1" sz="2400">
              <a:solidFill>
                <a:srgbClr val="FFFFFF"/>
              </a:solidFill>
              <a:latin typeface="Nunito Sans"/>
              <a:ea typeface="Nunito Sans"/>
              <a:cs typeface="Nunito Sans"/>
              <a:sym typeface="Nunito Sans"/>
            </a:endParaRPr>
          </a:p>
          <a:p>
            <a:pPr indent="0" lvl="0" marL="0" rtl="0" algn="l">
              <a:spcBef>
                <a:spcPts val="0"/>
              </a:spcBef>
              <a:spcAft>
                <a:spcPts val="0"/>
              </a:spcAft>
              <a:buNone/>
            </a:pPr>
            <a:r>
              <a:rPr lang="en-US" sz="4000">
                <a:solidFill>
                  <a:srgbClr val="FFFFFF"/>
                </a:solidFill>
                <a:latin typeface="Nunito Sans Black"/>
                <a:ea typeface="Nunito Sans Black"/>
                <a:cs typeface="Nunito Sans Black"/>
                <a:sym typeface="Nunito Sans Black"/>
              </a:rPr>
              <a:t>ESCUELAS</a:t>
            </a:r>
            <a:endParaRPr sz="4000">
              <a:solidFill>
                <a:srgbClr val="FFFFFF"/>
              </a:solidFill>
              <a:latin typeface="Nunito Sans Black"/>
              <a:ea typeface="Nunito Sans Black"/>
              <a:cs typeface="Nunito Sans Black"/>
              <a:sym typeface="Nunito Sans Black"/>
            </a:endParaRPr>
          </a:p>
        </p:txBody>
      </p:sp>
      <p:pic>
        <p:nvPicPr>
          <p:cNvPr id="124" name="Google Shape;124;p28"/>
          <p:cNvPicPr preferRelativeResize="0"/>
          <p:nvPr/>
        </p:nvPicPr>
        <p:blipFill>
          <a:blip r:embed="rId10">
            <a:alphaModFix/>
          </a:blip>
          <a:stretch>
            <a:fillRect/>
          </a:stretch>
        </p:blipFill>
        <p:spPr>
          <a:xfrm>
            <a:off x="5229988" y="6463800"/>
            <a:ext cx="361473" cy="386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9"/>
          <p:cNvPicPr preferRelativeResize="0"/>
          <p:nvPr/>
        </p:nvPicPr>
        <p:blipFill rotWithShape="1">
          <a:blip r:embed="rId3">
            <a:alphaModFix/>
          </a:blip>
          <a:srcRect b="9387" l="4694" r="4694" t="0"/>
          <a:stretch/>
        </p:blipFill>
        <p:spPr>
          <a:xfrm>
            <a:off x="150" y="0"/>
            <a:ext cx="12191698" cy="6858000"/>
          </a:xfrm>
          <a:prstGeom prst="rect">
            <a:avLst/>
          </a:prstGeom>
          <a:noFill/>
          <a:ln>
            <a:noFill/>
          </a:ln>
        </p:spPr>
      </p:pic>
      <p:sp>
        <p:nvSpPr>
          <p:cNvPr id="130" name="Google Shape;130;p29"/>
          <p:cNvSpPr/>
          <p:nvPr/>
        </p:nvSpPr>
        <p:spPr>
          <a:xfrm>
            <a:off x="150" y="15400"/>
            <a:ext cx="12191700" cy="6858000"/>
          </a:xfrm>
          <a:prstGeom prst="rect">
            <a:avLst/>
          </a:prstGeom>
          <a:solidFill>
            <a:srgbClr val="292C34">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t>        </a:t>
            </a:r>
            <a:endParaRPr/>
          </a:p>
        </p:txBody>
      </p:sp>
      <p:pic>
        <p:nvPicPr>
          <p:cNvPr id="131" name="Google Shape;131;p29"/>
          <p:cNvPicPr preferRelativeResize="0"/>
          <p:nvPr/>
        </p:nvPicPr>
        <p:blipFill rotWithShape="1">
          <a:blip r:embed="rId4">
            <a:alphaModFix/>
          </a:blip>
          <a:srcRect b="5579" l="0" r="0" t="5588"/>
          <a:stretch/>
        </p:blipFill>
        <p:spPr>
          <a:xfrm>
            <a:off x="9223944" y="272934"/>
            <a:ext cx="2764555" cy="844810"/>
          </a:xfrm>
          <a:prstGeom prst="rect">
            <a:avLst/>
          </a:prstGeom>
          <a:noFill/>
          <a:ln>
            <a:noFill/>
          </a:ln>
        </p:spPr>
      </p:pic>
      <p:sp>
        <p:nvSpPr>
          <p:cNvPr id="132" name="Google Shape;132;p29"/>
          <p:cNvSpPr/>
          <p:nvPr/>
        </p:nvSpPr>
        <p:spPr>
          <a:xfrm>
            <a:off x="986400" y="6463800"/>
            <a:ext cx="3735000" cy="3867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9"/>
          <p:cNvSpPr/>
          <p:nvPr/>
        </p:nvSpPr>
        <p:spPr>
          <a:xfrm>
            <a:off x="4721658" y="6463800"/>
            <a:ext cx="3735000" cy="386700"/>
          </a:xfrm>
          <a:prstGeom prst="rect">
            <a:avLst/>
          </a:prstGeom>
          <a:solidFill>
            <a:srgbClr val="FF83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9"/>
          <p:cNvSpPr/>
          <p:nvPr/>
        </p:nvSpPr>
        <p:spPr>
          <a:xfrm>
            <a:off x="8456916" y="6463800"/>
            <a:ext cx="3735000" cy="386700"/>
          </a:xfrm>
          <a:prstGeom prst="rect">
            <a:avLst/>
          </a:prstGeom>
          <a:solidFill>
            <a:srgbClr val="A2D4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9"/>
          <p:cNvSpPr txBox="1"/>
          <p:nvPr/>
        </p:nvSpPr>
        <p:spPr>
          <a:xfrm>
            <a:off x="2169872" y="6463798"/>
            <a:ext cx="20514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a:solidFill>
                  <a:srgbClr val="FFFFFF"/>
                </a:solidFill>
                <a:latin typeface="Nunito Sans"/>
                <a:ea typeface="Nunito Sans"/>
                <a:cs typeface="Nunito Sans"/>
                <a:sym typeface="Nunito Sans"/>
              </a:rPr>
              <a:t>(506) 4040-0440 EXT 0123</a:t>
            </a:r>
            <a:endParaRPr b="1" sz="1000">
              <a:solidFill>
                <a:srgbClr val="FFFFFF"/>
              </a:solidFill>
              <a:latin typeface="Nunito Sans"/>
              <a:ea typeface="Nunito Sans"/>
              <a:cs typeface="Nunito Sans"/>
              <a:sym typeface="Nunito Sans"/>
            </a:endParaRPr>
          </a:p>
        </p:txBody>
      </p:sp>
      <p:pic>
        <p:nvPicPr>
          <p:cNvPr id="136" name="Google Shape;136;p29"/>
          <p:cNvPicPr preferRelativeResize="0"/>
          <p:nvPr/>
        </p:nvPicPr>
        <p:blipFill>
          <a:blip r:embed="rId5">
            <a:alphaModFix/>
          </a:blip>
          <a:stretch>
            <a:fillRect/>
          </a:stretch>
        </p:blipFill>
        <p:spPr>
          <a:xfrm>
            <a:off x="1773600" y="6528280"/>
            <a:ext cx="257793" cy="257826"/>
          </a:xfrm>
          <a:prstGeom prst="rect">
            <a:avLst/>
          </a:prstGeom>
          <a:noFill/>
          <a:ln>
            <a:noFill/>
          </a:ln>
        </p:spPr>
      </p:pic>
      <p:grpSp>
        <p:nvGrpSpPr>
          <p:cNvPr id="137" name="Google Shape;137;p29"/>
          <p:cNvGrpSpPr/>
          <p:nvPr/>
        </p:nvGrpSpPr>
        <p:grpSpPr>
          <a:xfrm>
            <a:off x="9748173" y="6531824"/>
            <a:ext cx="1255582" cy="251372"/>
            <a:chOff x="10205373" y="6531824"/>
            <a:chExt cx="1255582" cy="251372"/>
          </a:xfrm>
        </p:grpSpPr>
        <p:pic>
          <p:nvPicPr>
            <p:cNvPr id="138" name="Google Shape;138;p29"/>
            <p:cNvPicPr preferRelativeResize="0"/>
            <p:nvPr/>
          </p:nvPicPr>
          <p:blipFill>
            <a:blip r:embed="rId6">
              <a:alphaModFix/>
            </a:blip>
            <a:stretch>
              <a:fillRect/>
            </a:stretch>
          </p:blipFill>
          <p:spPr>
            <a:xfrm>
              <a:off x="10205373" y="6535175"/>
              <a:ext cx="244667" cy="244669"/>
            </a:xfrm>
            <a:prstGeom prst="rect">
              <a:avLst/>
            </a:prstGeom>
            <a:noFill/>
            <a:ln>
              <a:noFill/>
            </a:ln>
          </p:spPr>
        </p:pic>
        <p:pic>
          <p:nvPicPr>
            <p:cNvPr id="139" name="Google Shape;139;p29"/>
            <p:cNvPicPr preferRelativeResize="0"/>
            <p:nvPr/>
          </p:nvPicPr>
          <p:blipFill>
            <a:blip r:embed="rId7">
              <a:alphaModFix/>
            </a:blip>
            <a:stretch>
              <a:fillRect/>
            </a:stretch>
          </p:blipFill>
          <p:spPr>
            <a:xfrm>
              <a:off x="10593736" y="6536856"/>
              <a:ext cx="113955" cy="241318"/>
            </a:xfrm>
            <a:prstGeom prst="rect">
              <a:avLst/>
            </a:prstGeom>
            <a:noFill/>
            <a:ln>
              <a:noFill/>
            </a:ln>
          </p:spPr>
        </p:pic>
        <p:pic>
          <p:nvPicPr>
            <p:cNvPr id="140" name="Google Shape;140;p29"/>
            <p:cNvPicPr preferRelativeResize="0"/>
            <p:nvPr/>
          </p:nvPicPr>
          <p:blipFill>
            <a:blip r:embed="rId8">
              <a:alphaModFix/>
            </a:blip>
            <a:stretch>
              <a:fillRect/>
            </a:stretch>
          </p:blipFill>
          <p:spPr>
            <a:xfrm>
              <a:off x="10851387" y="6531824"/>
              <a:ext cx="251371" cy="251372"/>
            </a:xfrm>
            <a:prstGeom prst="rect">
              <a:avLst/>
            </a:prstGeom>
            <a:noFill/>
            <a:ln>
              <a:noFill/>
            </a:ln>
          </p:spPr>
        </p:pic>
        <p:pic>
          <p:nvPicPr>
            <p:cNvPr id="141" name="Google Shape;141;p29"/>
            <p:cNvPicPr preferRelativeResize="0"/>
            <p:nvPr/>
          </p:nvPicPr>
          <p:blipFill>
            <a:blip r:embed="rId9">
              <a:alphaModFix/>
            </a:blip>
            <a:stretch>
              <a:fillRect/>
            </a:stretch>
          </p:blipFill>
          <p:spPr>
            <a:xfrm>
              <a:off x="11246453" y="6555291"/>
              <a:ext cx="214503" cy="204450"/>
            </a:xfrm>
            <a:prstGeom prst="rect">
              <a:avLst/>
            </a:prstGeom>
            <a:noFill/>
            <a:ln>
              <a:noFill/>
            </a:ln>
          </p:spPr>
        </p:pic>
      </p:grpSp>
      <p:sp>
        <p:nvSpPr>
          <p:cNvPr id="142" name="Google Shape;142;p29"/>
          <p:cNvSpPr txBox="1"/>
          <p:nvPr/>
        </p:nvSpPr>
        <p:spPr>
          <a:xfrm>
            <a:off x="6259804" y="6463798"/>
            <a:ext cx="1285200" cy="38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FFFFFF"/>
                </a:solidFill>
                <a:latin typeface="Nunito Sans"/>
                <a:ea typeface="Nunito Sans"/>
                <a:cs typeface="Nunito Sans"/>
                <a:sym typeface="Nunito Sans"/>
              </a:rPr>
              <a:t>www.upi.ac.cr</a:t>
            </a:r>
            <a:endParaRPr b="1" sz="1100">
              <a:solidFill>
                <a:srgbClr val="FFFFFF"/>
              </a:solidFill>
              <a:latin typeface="Nunito Sans"/>
              <a:ea typeface="Nunito Sans"/>
              <a:cs typeface="Nunito Sans"/>
              <a:sym typeface="Nunito Sans"/>
            </a:endParaRPr>
          </a:p>
        </p:txBody>
      </p:sp>
      <p:sp>
        <p:nvSpPr>
          <p:cNvPr id="143" name="Google Shape;143;p29"/>
          <p:cNvSpPr txBox="1"/>
          <p:nvPr/>
        </p:nvSpPr>
        <p:spPr>
          <a:xfrm>
            <a:off x="7647289" y="4681647"/>
            <a:ext cx="4068600" cy="12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FFFFFF"/>
                </a:solidFill>
                <a:latin typeface="Nunito Sans"/>
                <a:ea typeface="Nunito Sans"/>
                <a:cs typeface="Nunito Sans"/>
                <a:sym typeface="Nunito Sans"/>
              </a:rPr>
              <a:t>Línea gráfica</a:t>
            </a:r>
            <a:endParaRPr b="1" sz="2400">
              <a:solidFill>
                <a:srgbClr val="FFFFFF"/>
              </a:solidFill>
              <a:latin typeface="Nunito Sans"/>
              <a:ea typeface="Nunito Sans"/>
              <a:cs typeface="Nunito Sans"/>
              <a:sym typeface="Nunito Sans"/>
            </a:endParaRPr>
          </a:p>
          <a:p>
            <a:pPr indent="0" lvl="0" marL="0" rtl="0" algn="l">
              <a:spcBef>
                <a:spcPts val="0"/>
              </a:spcBef>
              <a:spcAft>
                <a:spcPts val="0"/>
              </a:spcAft>
              <a:buNone/>
            </a:pPr>
            <a:r>
              <a:rPr lang="en-US" sz="4000">
                <a:solidFill>
                  <a:srgbClr val="FFFFFF"/>
                </a:solidFill>
                <a:latin typeface="Nunito Sans Black"/>
                <a:ea typeface="Nunito Sans Black"/>
                <a:cs typeface="Nunito Sans Black"/>
                <a:sym typeface="Nunito Sans Black"/>
              </a:rPr>
              <a:t>ESCUELAS</a:t>
            </a:r>
            <a:endParaRPr sz="4000">
              <a:solidFill>
                <a:srgbClr val="FFFFFF"/>
              </a:solidFill>
              <a:latin typeface="Nunito Sans Black"/>
              <a:ea typeface="Nunito Sans Black"/>
              <a:cs typeface="Nunito Sans Black"/>
              <a:sym typeface="Nunito Sans Black"/>
            </a:endParaRPr>
          </a:p>
        </p:txBody>
      </p:sp>
      <p:pic>
        <p:nvPicPr>
          <p:cNvPr id="144" name="Google Shape;144;p29"/>
          <p:cNvPicPr preferRelativeResize="0"/>
          <p:nvPr/>
        </p:nvPicPr>
        <p:blipFill>
          <a:blip r:embed="rId10">
            <a:alphaModFix/>
          </a:blip>
          <a:stretch>
            <a:fillRect/>
          </a:stretch>
        </p:blipFill>
        <p:spPr>
          <a:xfrm>
            <a:off x="5839588" y="6463800"/>
            <a:ext cx="361473" cy="386700"/>
          </a:xfrm>
          <a:prstGeom prst="rect">
            <a:avLst/>
          </a:prstGeom>
          <a:noFill/>
          <a:ln>
            <a:noFill/>
          </a:ln>
        </p:spPr>
      </p:pic>
      <p:sp>
        <p:nvSpPr>
          <p:cNvPr id="145" name="Google Shape;145;p29"/>
          <p:cNvSpPr/>
          <p:nvPr/>
        </p:nvSpPr>
        <p:spPr>
          <a:xfrm>
            <a:off x="0" y="15550"/>
            <a:ext cx="986400" cy="6858000"/>
          </a:xfrm>
          <a:prstGeom prst="rect">
            <a:avLst/>
          </a:prstGeom>
          <a:solidFill>
            <a:srgbClr val="D324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6" name="Google Shape;146;p29"/>
          <p:cNvPicPr preferRelativeResize="0"/>
          <p:nvPr/>
        </p:nvPicPr>
        <p:blipFill rotWithShape="1">
          <a:blip r:embed="rId11">
            <a:alphaModFix/>
          </a:blip>
          <a:srcRect b="-12689" l="0" r="-3681" t="0"/>
          <a:stretch/>
        </p:blipFill>
        <p:spPr>
          <a:xfrm>
            <a:off x="187549" y="320525"/>
            <a:ext cx="464000" cy="396281"/>
          </a:xfrm>
          <a:prstGeom prst="rect">
            <a:avLst/>
          </a:prstGeom>
          <a:noFill/>
          <a:ln>
            <a:noFill/>
          </a:ln>
        </p:spPr>
      </p:pic>
      <p:sp>
        <p:nvSpPr>
          <p:cNvPr id="147" name="Google Shape;147;p29"/>
          <p:cNvSpPr txBox="1"/>
          <p:nvPr/>
        </p:nvSpPr>
        <p:spPr>
          <a:xfrm rot="-5400000">
            <a:off x="-1628850" y="417387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Facultad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Ciencias Empresariales</a:t>
            </a:r>
            <a:endParaRPr sz="2200">
              <a:solidFill>
                <a:srgbClr val="FFFFFF"/>
              </a:solidFill>
              <a:latin typeface="Nunito Sans Black"/>
              <a:ea typeface="Nunito Sans Black"/>
              <a:cs typeface="Nunito Sans Black"/>
              <a:sym typeface="Nunito Sans Black"/>
            </a:endParaRPr>
          </a:p>
        </p:txBody>
      </p:sp>
      <p:sp>
        <p:nvSpPr>
          <p:cNvPr id="148" name="Google Shape;148;p29"/>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9"/>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a:t>
            </a:r>
            <a:r>
              <a:rPr lang="en-US">
                <a:solidFill>
                  <a:srgbClr val="FFFFFF"/>
                </a:solidFill>
                <a:latin typeface="Nunito Sans Medium"/>
                <a:ea typeface="Nunito Sans Medium"/>
                <a:cs typeface="Nunito Sans Medium"/>
                <a:sym typeface="Nunito Sans Medium"/>
              </a:rPr>
              <a:t>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pic>
        <p:nvPicPr>
          <p:cNvPr id="150" name="Google Shape;150;p29"/>
          <p:cNvPicPr preferRelativeResize="0"/>
          <p:nvPr/>
        </p:nvPicPr>
        <p:blipFill>
          <a:blip r:embed="rId12">
            <a:alphaModFix/>
          </a:blip>
          <a:stretch>
            <a:fillRect/>
          </a:stretch>
        </p:blipFill>
        <p:spPr>
          <a:xfrm>
            <a:off x="187550" y="303750"/>
            <a:ext cx="468925" cy="39435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p:nvPr/>
        </p:nvSpPr>
        <p:spPr>
          <a:xfrm>
            <a:off x="6439650" y="4191000"/>
            <a:ext cx="5752500" cy="2667000"/>
          </a:xfrm>
          <a:prstGeom prst="roundRect">
            <a:avLst>
              <a:gd fmla="val 0" name="adj"/>
            </a:avLst>
          </a:prstGeom>
          <a:solidFill>
            <a:srgbClr val="A2D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30"/>
          <p:cNvSpPr/>
          <p:nvPr/>
        </p:nvSpPr>
        <p:spPr>
          <a:xfrm>
            <a:off x="6920833" y="5090827"/>
            <a:ext cx="4708500" cy="15237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050"/>
              <a:buFont typeface="Poppins"/>
              <a:buNone/>
            </a:pPr>
            <a:r>
              <a:rPr i="0" lang="en-US" sz="1250" u="none" cap="none" strike="noStrike">
                <a:solidFill>
                  <a:schemeClr val="dk1"/>
                </a:solidFill>
                <a:latin typeface="Nunito Sans"/>
                <a:ea typeface="Nunito Sans"/>
                <a:cs typeface="Nunito Sans"/>
                <a:sym typeface="Nunito Sans"/>
              </a:rPr>
              <a:t>There are many variations of passages of Lorem Ipsum available, but the majority have suffered alteration in some form, by injected humour, or randomised words which don't look even slightly believable. If you are going to use a passage of Lorem Ipsum</a:t>
            </a:r>
            <a:r>
              <a:rPr lang="en-US" sz="1250">
                <a:solidFill>
                  <a:schemeClr val="dk1"/>
                </a:solidFill>
                <a:latin typeface="Nunito Sans"/>
                <a:ea typeface="Nunito Sans"/>
                <a:cs typeface="Nunito Sans"/>
                <a:sym typeface="Nunito Sans"/>
              </a:rPr>
              <a:t>.</a:t>
            </a:r>
            <a:endParaRPr i="0" sz="1600" u="none" cap="none" strike="noStrike">
              <a:solidFill>
                <a:srgbClr val="000000"/>
              </a:solidFill>
              <a:latin typeface="Nunito Sans"/>
              <a:ea typeface="Nunito Sans"/>
              <a:cs typeface="Nunito Sans"/>
              <a:sym typeface="Nunito Sans"/>
            </a:endParaRPr>
          </a:p>
        </p:txBody>
      </p:sp>
      <p:pic>
        <p:nvPicPr>
          <p:cNvPr id="157" name="Google Shape;157;p30"/>
          <p:cNvPicPr preferRelativeResize="0"/>
          <p:nvPr/>
        </p:nvPicPr>
        <p:blipFill rotWithShape="1">
          <a:blip r:embed="rId3">
            <a:alphaModFix/>
          </a:blip>
          <a:srcRect b="2757" l="0" r="3232" t="21491"/>
          <a:stretch/>
        </p:blipFill>
        <p:spPr>
          <a:xfrm flipH="1">
            <a:off x="999850" y="1018675"/>
            <a:ext cx="11192300" cy="5839327"/>
          </a:xfrm>
          <a:prstGeom prst="rect">
            <a:avLst/>
          </a:prstGeom>
          <a:noFill/>
          <a:ln>
            <a:noFill/>
          </a:ln>
        </p:spPr>
      </p:pic>
      <p:sp>
        <p:nvSpPr>
          <p:cNvPr id="158" name="Google Shape;158;p30"/>
          <p:cNvSpPr txBox="1"/>
          <p:nvPr/>
        </p:nvSpPr>
        <p:spPr>
          <a:xfrm>
            <a:off x="1526400" y="166650"/>
            <a:ext cx="45696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Sobre UPI</a:t>
            </a:r>
            <a:endParaRPr sz="3200">
              <a:solidFill>
                <a:srgbClr val="595959"/>
              </a:solidFill>
              <a:latin typeface="Nunito Sans Black"/>
              <a:ea typeface="Nunito Sans Black"/>
              <a:cs typeface="Nunito Sans Black"/>
              <a:sym typeface="Nunito Sans Black"/>
            </a:endParaRPr>
          </a:p>
        </p:txBody>
      </p:sp>
      <p:pic>
        <p:nvPicPr>
          <p:cNvPr id="159" name="Google Shape;159;p30"/>
          <p:cNvPicPr preferRelativeResize="0"/>
          <p:nvPr/>
        </p:nvPicPr>
        <p:blipFill>
          <a:blip r:embed="rId4">
            <a:alphaModFix/>
          </a:blip>
          <a:stretch>
            <a:fillRect/>
          </a:stretch>
        </p:blipFill>
        <p:spPr>
          <a:xfrm>
            <a:off x="9571450" y="120549"/>
            <a:ext cx="2417350" cy="738700"/>
          </a:xfrm>
          <a:prstGeom prst="rect">
            <a:avLst/>
          </a:prstGeom>
          <a:noFill/>
          <a:ln>
            <a:noFill/>
          </a:ln>
        </p:spPr>
      </p:pic>
      <p:sp>
        <p:nvSpPr>
          <p:cNvPr id="160" name="Google Shape;160;p30"/>
          <p:cNvSpPr/>
          <p:nvPr/>
        </p:nvSpPr>
        <p:spPr>
          <a:xfrm>
            <a:off x="11205600" y="32046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1" name="Google Shape;161;p30"/>
          <p:cNvSpPr/>
          <p:nvPr/>
        </p:nvSpPr>
        <p:spPr>
          <a:xfrm>
            <a:off x="11483362" y="3482357"/>
            <a:ext cx="430875" cy="430875"/>
          </a:xfrm>
          <a:custGeom>
            <a:rect b="b" l="l" r="r" t="t"/>
            <a:pathLst>
              <a:path extrusionOk="0" h="160" w="160">
                <a:moveTo>
                  <a:pt x="3" y="160"/>
                </a:moveTo>
                <a:cubicBezTo>
                  <a:pt x="3" y="160"/>
                  <a:pt x="1" y="160"/>
                  <a:pt x="1" y="158"/>
                </a:cubicBezTo>
                <a:cubicBezTo>
                  <a:pt x="0" y="158"/>
                  <a:pt x="0" y="157"/>
                  <a:pt x="0" y="155"/>
                </a:cubicBezTo>
                <a:cubicBezTo>
                  <a:pt x="11" y="120"/>
                  <a:pt x="11" y="120"/>
                  <a:pt x="11" y="120"/>
                </a:cubicBezTo>
                <a:cubicBezTo>
                  <a:pt x="3" y="107"/>
                  <a:pt x="0" y="94"/>
                  <a:pt x="0" y="80"/>
                </a:cubicBezTo>
                <a:cubicBezTo>
                  <a:pt x="0" y="35"/>
                  <a:pt x="35" y="0"/>
                  <a:pt x="80" y="0"/>
                </a:cubicBezTo>
                <a:cubicBezTo>
                  <a:pt x="125" y="0"/>
                  <a:pt x="160" y="35"/>
                  <a:pt x="160" y="80"/>
                </a:cubicBezTo>
                <a:cubicBezTo>
                  <a:pt x="160" y="125"/>
                  <a:pt x="125" y="160"/>
                  <a:pt x="80" y="160"/>
                </a:cubicBezTo>
                <a:cubicBezTo>
                  <a:pt x="64" y="160"/>
                  <a:pt x="49" y="155"/>
                  <a:pt x="37" y="147"/>
                </a:cubicBezTo>
                <a:cubicBezTo>
                  <a:pt x="5" y="160"/>
                  <a:pt x="5" y="160"/>
                  <a:pt x="5" y="160"/>
                </a:cubicBezTo>
                <a:cubicBezTo>
                  <a:pt x="3" y="160"/>
                  <a:pt x="3" y="160"/>
                  <a:pt x="3" y="160"/>
                </a:cubicBezTo>
                <a:moveTo>
                  <a:pt x="37" y="141"/>
                </a:moveTo>
                <a:cubicBezTo>
                  <a:pt x="38" y="141"/>
                  <a:pt x="38" y="141"/>
                  <a:pt x="40" y="141"/>
                </a:cubicBezTo>
                <a:cubicBezTo>
                  <a:pt x="51" y="149"/>
                  <a:pt x="65" y="153"/>
                  <a:pt x="80" y="153"/>
                </a:cubicBezTo>
                <a:cubicBezTo>
                  <a:pt x="120" y="153"/>
                  <a:pt x="153" y="120"/>
                  <a:pt x="153" y="80"/>
                </a:cubicBezTo>
                <a:cubicBezTo>
                  <a:pt x="153" y="40"/>
                  <a:pt x="120" y="6"/>
                  <a:pt x="80" y="6"/>
                </a:cubicBezTo>
                <a:cubicBezTo>
                  <a:pt x="40" y="6"/>
                  <a:pt x="6" y="40"/>
                  <a:pt x="6" y="80"/>
                </a:cubicBezTo>
                <a:cubicBezTo>
                  <a:pt x="6" y="93"/>
                  <a:pt x="9" y="107"/>
                  <a:pt x="17" y="118"/>
                </a:cubicBezTo>
                <a:cubicBezTo>
                  <a:pt x="17" y="120"/>
                  <a:pt x="17" y="120"/>
                  <a:pt x="17" y="120"/>
                </a:cubicBezTo>
                <a:cubicBezTo>
                  <a:pt x="8" y="152"/>
                  <a:pt x="8" y="152"/>
                  <a:pt x="8" y="152"/>
                </a:cubicBezTo>
                <a:cubicBezTo>
                  <a:pt x="37" y="141"/>
                  <a:pt x="37" y="141"/>
                  <a:pt x="37" y="141"/>
                </a:cubicBezTo>
                <a:cubicBezTo>
                  <a:pt x="37" y="141"/>
                  <a:pt x="37" y="141"/>
                  <a:pt x="37" y="141"/>
                </a:cubicBezTo>
              </a:path>
            </a:pathLst>
          </a:cu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30"/>
          <p:cNvSpPr/>
          <p:nvPr/>
        </p:nvSpPr>
        <p:spPr>
          <a:xfrm>
            <a:off x="0" y="0"/>
            <a:ext cx="986400" cy="68736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3" name="Google Shape;163;p30"/>
          <p:cNvPicPr preferRelativeResize="0"/>
          <p:nvPr/>
        </p:nvPicPr>
        <p:blipFill>
          <a:blip r:embed="rId5">
            <a:alphaModFix/>
          </a:blip>
          <a:stretch>
            <a:fillRect/>
          </a:stretch>
        </p:blipFill>
        <p:spPr>
          <a:xfrm>
            <a:off x="187550" y="303750"/>
            <a:ext cx="468925" cy="394354"/>
          </a:xfrm>
          <a:prstGeom prst="rect">
            <a:avLst/>
          </a:prstGeom>
          <a:noFill/>
          <a:ln>
            <a:noFill/>
          </a:ln>
        </p:spPr>
      </p:pic>
      <p:sp>
        <p:nvSpPr>
          <p:cNvPr id="164" name="Google Shape;164;p30"/>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1"/>
          <p:cNvPicPr preferRelativeResize="0"/>
          <p:nvPr>
            <p:ph idx="2" type="pic"/>
          </p:nvPr>
        </p:nvPicPr>
        <p:blipFill rotWithShape="1">
          <a:blip r:embed="rId3">
            <a:alphaModFix/>
          </a:blip>
          <a:srcRect b="29178" l="0" r="0" t="21510"/>
          <a:stretch/>
        </p:blipFill>
        <p:spPr>
          <a:xfrm>
            <a:off x="1741714" y="3991429"/>
            <a:ext cx="8708700" cy="2866500"/>
          </a:xfrm>
          <a:prstGeom prst="roundRect">
            <a:avLst>
              <a:gd fmla="val 0" name="adj"/>
            </a:avLst>
          </a:prstGeom>
          <a:solidFill>
            <a:schemeClr val="lt1"/>
          </a:solidFill>
          <a:ln>
            <a:noFill/>
          </a:ln>
        </p:spPr>
      </p:pic>
      <p:sp>
        <p:nvSpPr>
          <p:cNvPr id="170" name="Google Shape;170;p31"/>
          <p:cNvSpPr/>
          <p:nvPr/>
        </p:nvSpPr>
        <p:spPr>
          <a:xfrm rot="-1800000">
            <a:off x="289495" y="272950"/>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31"/>
          <p:cNvSpPr txBox="1"/>
          <p:nvPr/>
        </p:nvSpPr>
        <p:spPr>
          <a:xfrm>
            <a:off x="1526400" y="515375"/>
            <a:ext cx="45696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lt1"/>
                </a:solidFill>
                <a:latin typeface="Nunito Sans Black"/>
                <a:ea typeface="Nunito Sans Black"/>
                <a:cs typeface="Nunito Sans Black"/>
                <a:sym typeface="Nunito Sans Black"/>
              </a:rPr>
              <a:t>Lorem ipsum</a:t>
            </a:r>
            <a:endParaRPr sz="3200">
              <a:solidFill>
                <a:schemeClr val="lt1"/>
              </a:solidFill>
              <a:latin typeface="Nunito Sans Black"/>
              <a:ea typeface="Nunito Sans Black"/>
              <a:cs typeface="Nunito Sans Black"/>
              <a:sym typeface="Nunito Sans Black"/>
            </a:endParaRPr>
          </a:p>
        </p:txBody>
      </p:sp>
      <p:grpSp>
        <p:nvGrpSpPr>
          <p:cNvPr descr="Gears" id="172" name="Google Shape;172;p31"/>
          <p:cNvGrpSpPr/>
          <p:nvPr/>
        </p:nvGrpSpPr>
        <p:grpSpPr>
          <a:xfrm>
            <a:off x="1676971" y="1912177"/>
            <a:ext cx="534210" cy="646534"/>
            <a:chOff x="5785484" y="3052762"/>
            <a:chExt cx="621030" cy="751522"/>
          </a:xfrm>
        </p:grpSpPr>
        <p:sp>
          <p:nvSpPr>
            <p:cNvPr id="173" name="Google Shape;173;p31"/>
            <p:cNvSpPr/>
            <p:nvPr/>
          </p:nvSpPr>
          <p:spPr>
            <a:xfrm>
              <a:off x="6000750" y="3052762"/>
              <a:ext cx="405764" cy="404812"/>
            </a:xfrm>
            <a:custGeom>
              <a:rect b="b" l="l" r="r" t="t"/>
              <a:pathLst>
                <a:path extrusionOk="0" h="404812" w="405764">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31"/>
            <p:cNvSpPr/>
            <p:nvPr/>
          </p:nvSpPr>
          <p:spPr>
            <a:xfrm>
              <a:off x="5785484" y="3399472"/>
              <a:ext cx="405765" cy="404812"/>
            </a:xfrm>
            <a:custGeom>
              <a:rect b="b" l="l" r="r" t="t"/>
              <a:pathLst>
                <a:path extrusionOk="0" h="404812" w="405765">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descr="Lightbulb and gear" id="175" name="Google Shape;175;p31"/>
          <p:cNvGrpSpPr/>
          <p:nvPr/>
        </p:nvGrpSpPr>
        <p:grpSpPr>
          <a:xfrm>
            <a:off x="6643632" y="1915590"/>
            <a:ext cx="590148" cy="638839"/>
            <a:chOff x="5857856" y="3159900"/>
            <a:chExt cx="759619" cy="822292"/>
          </a:xfrm>
        </p:grpSpPr>
        <p:sp>
          <p:nvSpPr>
            <p:cNvPr id="176" name="Google Shape;176;p31"/>
            <p:cNvSpPr/>
            <p:nvPr/>
          </p:nvSpPr>
          <p:spPr>
            <a:xfrm>
              <a:off x="6128270" y="3430219"/>
              <a:ext cx="218122" cy="216788"/>
            </a:xfrm>
            <a:custGeom>
              <a:rect b="b" l="l" r="r" t="t"/>
              <a:pathLst>
                <a:path extrusionOk="0" h="216788" w="218122">
                  <a:moveTo>
                    <a:pt x="187547" y="64675"/>
                  </a:moveTo>
                  <a:lnTo>
                    <a:pt x="195644" y="40672"/>
                  </a:lnTo>
                  <a:lnTo>
                    <a:pt x="177355" y="22384"/>
                  </a:lnTo>
                  <a:lnTo>
                    <a:pt x="153353" y="30480"/>
                  </a:lnTo>
                  <a:cubicBezTo>
                    <a:pt x="147113" y="26964"/>
                    <a:pt x="140457" y="24244"/>
                    <a:pt x="133541" y="22384"/>
                  </a:cubicBezTo>
                  <a:lnTo>
                    <a:pt x="122301" y="0"/>
                  </a:lnTo>
                  <a:lnTo>
                    <a:pt x="96774" y="0"/>
                  </a:lnTo>
                  <a:lnTo>
                    <a:pt x="85439" y="22479"/>
                  </a:lnTo>
                  <a:cubicBezTo>
                    <a:pt x="78498" y="24356"/>
                    <a:pt x="71813" y="27075"/>
                    <a:pt x="65532" y="30575"/>
                  </a:cubicBezTo>
                  <a:lnTo>
                    <a:pt x="41529" y="22479"/>
                  </a:lnTo>
                  <a:lnTo>
                    <a:pt x="23241" y="40767"/>
                  </a:lnTo>
                  <a:lnTo>
                    <a:pt x="30861" y="64770"/>
                  </a:lnTo>
                  <a:cubicBezTo>
                    <a:pt x="27206" y="70976"/>
                    <a:pt x="24388" y="77637"/>
                    <a:pt x="22479" y="84582"/>
                  </a:cubicBezTo>
                  <a:lnTo>
                    <a:pt x="0" y="95821"/>
                  </a:lnTo>
                  <a:lnTo>
                    <a:pt x="0" y="120968"/>
                  </a:lnTo>
                  <a:lnTo>
                    <a:pt x="22479" y="132302"/>
                  </a:lnTo>
                  <a:cubicBezTo>
                    <a:pt x="24332" y="139221"/>
                    <a:pt x="27052" y="145878"/>
                    <a:pt x="30575" y="152114"/>
                  </a:cubicBezTo>
                  <a:lnTo>
                    <a:pt x="22479" y="176117"/>
                  </a:lnTo>
                  <a:lnTo>
                    <a:pt x="41529" y="194405"/>
                  </a:lnTo>
                  <a:lnTo>
                    <a:pt x="65532" y="186214"/>
                  </a:lnTo>
                  <a:cubicBezTo>
                    <a:pt x="71767" y="189763"/>
                    <a:pt x="78423" y="192515"/>
                    <a:pt x="85344" y="194405"/>
                  </a:cubicBezTo>
                  <a:lnTo>
                    <a:pt x="96583" y="216789"/>
                  </a:lnTo>
                  <a:lnTo>
                    <a:pt x="122111" y="216789"/>
                  </a:lnTo>
                  <a:lnTo>
                    <a:pt x="133445" y="194786"/>
                  </a:lnTo>
                  <a:cubicBezTo>
                    <a:pt x="140245" y="192937"/>
                    <a:pt x="146800" y="190283"/>
                    <a:pt x="152972" y="186880"/>
                  </a:cubicBezTo>
                  <a:lnTo>
                    <a:pt x="176879" y="195072"/>
                  </a:lnTo>
                  <a:lnTo>
                    <a:pt x="195167" y="176689"/>
                  </a:lnTo>
                  <a:lnTo>
                    <a:pt x="187071" y="152781"/>
                  </a:lnTo>
                  <a:cubicBezTo>
                    <a:pt x="190710" y="146497"/>
                    <a:pt x="193618" y="139818"/>
                    <a:pt x="195739" y="132874"/>
                  </a:cubicBezTo>
                  <a:lnTo>
                    <a:pt x="218123" y="121634"/>
                  </a:lnTo>
                  <a:lnTo>
                    <a:pt x="218123" y="95821"/>
                  </a:lnTo>
                  <a:lnTo>
                    <a:pt x="195644" y="84487"/>
                  </a:lnTo>
                  <a:cubicBezTo>
                    <a:pt x="193825" y="77556"/>
                    <a:pt x="191103" y="70896"/>
                    <a:pt x="187547" y="64675"/>
                  </a:cubicBezTo>
                  <a:close/>
                  <a:moveTo>
                    <a:pt x="109442" y="146875"/>
                  </a:moveTo>
                  <a:cubicBezTo>
                    <a:pt x="88401" y="146875"/>
                    <a:pt x="71342" y="129817"/>
                    <a:pt x="71342" y="108775"/>
                  </a:cubicBezTo>
                  <a:cubicBezTo>
                    <a:pt x="71342" y="87734"/>
                    <a:pt x="88401" y="70675"/>
                    <a:pt x="109442" y="70675"/>
                  </a:cubicBezTo>
                  <a:cubicBezTo>
                    <a:pt x="130356" y="70982"/>
                    <a:pt x="147236" y="87861"/>
                    <a:pt x="147542" y="108775"/>
                  </a:cubicBezTo>
                  <a:cubicBezTo>
                    <a:pt x="147542" y="129817"/>
                    <a:pt x="130484" y="146875"/>
                    <a:pt x="109442" y="1468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31"/>
            <p:cNvSpPr/>
            <p:nvPr/>
          </p:nvSpPr>
          <p:spPr>
            <a:xfrm>
              <a:off x="6129697" y="3834174"/>
              <a:ext cx="215744" cy="54959"/>
            </a:xfrm>
            <a:custGeom>
              <a:rect b="b" l="l" r="r" t="t"/>
              <a:pathLst>
                <a:path extrusionOk="0" h="54959" w="215744">
                  <a:moveTo>
                    <a:pt x="189835" y="0"/>
                  </a:moveTo>
                  <a:lnTo>
                    <a:pt x="25910" y="0"/>
                  </a:lnTo>
                  <a:cubicBezTo>
                    <a:pt x="10734" y="894"/>
                    <a:pt x="-845" y="13922"/>
                    <a:pt x="48" y="29098"/>
                  </a:cubicBezTo>
                  <a:cubicBezTo>
                    <a:pt x="869" y="43027"/>
                    <a:pt x="11981" y="54139"/>
                    <a:pt x="25910" y="54959"/>
                  </a:cubicBezTo>
                  <a:lnTo>
                    <a:pt x="189835" y="54959"/>
                  </a:lnTo>
                  <a:cubicBezTo>
                    <a:pt x="205011" y="54065"/>
                    <a:pt x="216590" y="41037"/>
                    <a:pt x="215696" y="25861"/>
                  </a:cubicBezTo>
                  <a:cubicBezTo>
                    <a:pt x="214875" y="11932"/>
                    <a:pt x="203763" y="820"/>
                    <a:pt x="18983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31"/>
            <p:cNvSpPr/>
            <p:nvPr/>
          </p:nvSpPr>
          <p:spPr>
            <a:xfrm>
              <a:off x="6178086" y="3927233"/>
              <a:ext cx="118967" cy="54959"/>
            </a:xfrm>
            <a:custGeom>
              <a:rect b="b" l="l" r="r" t="t"/>
              <a:pathLst>
                <a:path extrusionOk="0" h="54959" w="118967">
                  <a:moveTo>
                    <a:pt x="59531" y="54959"/>
                  </a:moveTo>
                  <a:cubicBezTo>
                    <a:pt x="90631" y="54910"/>
                    <a:pt x="116487" y="31001"/>
                    <a:pt x="118967" y="0"/>
                  </a:cubicBezTo>
                  <a:lnTo>
                    <a:pt x="0" y="0"/>
                  </a:lnTo>
                  <a:cubicBezTo>
                    <a:pt x="2527" y="31016"/>
                    <a:pt x="28413" y="54914"/>
                    <a:pt x="59531" y="5495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31"/>
            <p:cNvSpPr/>
            <p:nvPr/>
          </p:nvSpPr>
          <p:spPr>
            <a:xfrm>
              <a:off x="5999207" y="3302013"/>
              <a:ext cx="476249" cy="494061"/>
            </a:xfrm>
            <a:custGeom>
              <a:rect b="b" l="l" r="r" t="t"/>
              <a:pathLst>
                <a:path extrusionOk="0" h="494061" w="476249">
                  <a:moveTo>
                    <a:pt x="476250" y="243364"/>
                  </a:moveTo>
                  <a:lnTo>
                    <a:pt x="476250" y="235172"/>
                  </a:lnTo>
                  <a:cubicBezTo>
                    <a:pt x="473823" y="105160"/>
                    <a:pt x="368157" y="804"/>
                    <a:pt x="238125" y="0"/>
                  </a:cubicBezTo>
                  <a:lnTo>
                    <a:pt x="238125" y="0"/>
                  </a:lnTo>
                  <a:cubicBezTo>
                    <a:pt x="108093" y="804"/>
                    <a:pt x="2427" y="105160"/>
                    <a:pt x="0" y="235172"/>
                  </a:cubicBezTo>
                  <a:lnTo>
                    <a:pt x="0" y="243364"/>
                  </a:lnTo>
                  <a:cubicBezTo>
                    <a:pt x="871" y="271562"/>
                    <a:pt x="6473" y="299414"/>
                    <a:pt x="16573" y="325755"/>
                  </a:cubicBezTo>
                  <a:cubicBezTo>
                    <a:pt x="26214" y="350609"/>
                    <a:pt x="40213" y="373543"/>
                    <a:pt x="57912" y="393478"/>
                  </a:cubicBezTo>
                  <a:cubicBezTo>
                    <a:pt x="79724" y="417195"/>
                    <a:pt x="103537" y="463391"/>
                    <a:pt x="113633" y="483965"/>
                  </a:cubicBezTo>
                  <a:cubicBezTo>
                    <a:pt x="116721" y="490180"/>
                    <a:pt x="123076" y="494096"/>
                    <a:pt x="130016" y="494062"/>
                  </a:cubicBezTo>
                  <a:lnTo>
                    <a:pt x="346234" y="494062"/>
                  </a:lnTo>
                  <a:cubicBezTo>
                    <a:pt x="353174" y="494096"/>
                    <a:pt x="359529" y="490180"/>
                    <a:pt x="362617" y="483965"/>
                  </a:cubicBezTo>
                  <a:cubicBezTo>
                    <a:pt x="372713" y="463391"/>
                    <a:pt x="396526" y="417290"/>
                    <a:pt x="418338" y="393478"/>
                  </a:cubicBezTo>
                  <a:cubicBezTo>
                    <a:pt x="436037" y="373543"/>
                    <a:pt x="450036" y="350609"/>
                    <a:pt x="459676" y="325755"/>
                  </a:cubicBezTo>
                  <a:cubicBezTo>
                    <a:pt x="469777" y="299414"/>
                    <a:pt x="475379" y="271562"/>
                    <a:pt x="476250" y="243364"/>
                  </a:cubicBezTo>
                  <a:close/>
                  <a:moveTo>
                    <a:pt x="421386" y="242507"/>
                  </a:moveTo>
                  <a:cubicBezTo>
                    <a:pt x="420709" y="264394"/>
                    <a:pt x="416429" y="286020"/>
                    <a:pt x="408718" y="306515"/>
                  </a:cubicBezTo>
                  <a:cubicBezTo>
                    <a:pt x="401485" y="324971"/>
                    <a:pt x="391037" y="341999"/>
                    <a:pt x="377857" y="356807"/>
                  </a:cubicBezTo>
                  <a:cubicBezTo>
                    <a:pt x="356714" y="381975"/>
                    <a:pt x="338588" y="409531"/>
                    <a:pt x="323850" y="438912"/>
                  </a:cubicBezTo>
                  <a:lnTo>
                    <a:pt x="152400" y="438912"/>
                  </a:lnTo>
                  <a:cubicBezTo>
                    <a:pt x="137831" y="409455"/>
                    <a:pt x="119864" y="381803"/>
                    <a:pt x="98870" y="356521"/>
                  </a:cubicBezTo>
                  <a:cubicBezTo>
                    <a:pt x="85690" y="341713"/>
                    <a:pt x="75241" y="324685"/>
                    <a:pt x="68008" y="306229"/>
                  </a:cubicBezTo>
                  <a:cubicBezTo>
                    <a:pt x="60135" y="285761"/>
                    <a:pt x="55694" y="264135"/>
                    <a:pt x="54864" y="242221"/>
                  </a:cubicBezTo>
                  <a:lnTo>
                    <a:pt x="54864" y="235363"/>
                  </a:lnTo>
                  <a:cubicBezTo>
                    <a:pt x="56570" y="135350"/>
                    <a:pt x="137813" y="54995"/>
                    <a:pt x="237839" y="54388"/>
                  </a:cubicBezTo>
                  <a:lnTo>
                    <a:pt x="237839" y="54388"/>
                  </a:lnTo>
                  <a:cubicBezTo>
                    <a:pt x="337865" y="54995"/>
                    <a:pt x="419109" y="135350"/>
                    <a:pt x="420814" y="23536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31"/>
            <p:cNvSpPr/>
            <p:nvPr/>
          </p:nvSpPr>
          <p:spPr>
            <a:xfrm>
              <a:off x="6220377" y="3159900"/>
              <a:ext cx="38100" cy="104775"/>
            </a:xfrm>
            <a:custGeom>
              <a:rect b="b" l="l" r="r" t="t"/>
              <a:pathLst>
                <a:path extrusionOk="0" h="104775" w="38100">
                  <a:moveTo>
                    <a:pt x="19050" y="104775"/>
                  </a:moveTo>
                  <a:cubicBezTo>
                    <a:pt x="29571" y="104775"/>
                    <a:pt x="38100" y="96246"/>
                    <a:pt x="38100" y="85725"/>
                  </a:cubicBezTo>
                  <a:lnTo>
                    <a:pt x="38100" y="19050"/>
                  </a:lnTo>
                  <a:cubicBezTo>
                    <a:pt x="38100" y="8529"/>
                    <a:pt x="29571" y="0"/>
                    <a:pt x="19050" y="0"/>
                  </a:cubicBezTo>
                  <a:cubicBezTo>
                    <a:pt x="8529" y="0"/>
                    <a:pt x="0" y="8529"/>
                    <a:pt x="0" y="19050"/>
                  </a:cubicBezTo>
                  <a:lnTo>
                    <a:pt x="0" y="85725"/>
                  </a:lnTo>
                  <a:cubicBezTo>
                    <a:pt x="0" y="96246"/>
                    <a:pt x="8529" y="104775"/>
                    <a:pt x="19050" y="1047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31"/>
            <p:cNvSpPr/>
            <p:nvPr/>
          </p:nvSpPr>
          <p:spPr>
            <a:xfrm>
              <a:off x="5961294" y="3269289"/>
              <a:ext cx="84504" cy="84649"/>
            </a:xfrm>
            <a:custGeom>
              <a:rect b="b" l="l" r="r" t="t"/>
              <a:pathLst>
                <a:path extrusionOk="0" h="84649" w="84504">
                  <a:moveTo>
                    <a:pt x="52105" y="79111"/>
                  </a:moveTo>
                  <a:cubicBezTo>
                    <a:pt x="59535" y="86496"/>
                    <a:pt x="71535" y="86496"/>
                    <a:pt x="78965" y="79111"/>
                  </a:cubicBezTo>
                  <a:cubicBezTo>
                    <a:pt x="86351" y="71680"/>
                    <a:pt x="86351" y="59680"/>
                    <a:pt x="78965" y="52250"/>
                  </a:cubicBezTo>
                  <a:lnTo>
                    <a:pt x="31817" y="4911"/>
                  </a:lnTo>
                  <a:cubicBezTo>
                    <a:pt x="24008" y="-2140"/>
                    <a:pt x="11962" y="-1525"/>
                    <a:pt x="4910" y="6283"/>
                  </a:cubicBezTo>
                  <a:cubicBezTo>
                    <a:pt x="-1654" y="13555"/>
                    <a:pt x="-1634" y="24619"/>
                    <a:pt x="4956" y="3186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31"/>
            <p:cNvSpPr/>
            <p:nvPr/>
          </p:nvSpPr>
          <p:spPr>
            <a:xfrm>
              <a:off x="6432865" y="3274231"/>
              <a:ext cx="83603" cy="83426"/>
            </a:xfrm>
            <a:custGeom>
              <a:rect b="b" l="l" r="r" t="t"/>
              <a:pathLst>
                <a:path extrusionOk="0" h="83426" w="83603">
                  <a:moveTo>
                    <a:pt x="19446" y="83407"/>
                  </a:moveTo>
                  <a:cubicBezTo>
                    <a:pt x="24523" y="83411"/>
                    <a:pt x="29392" y="81388"/>
                    <a:pt x="32971" y="77787"/>
                  </a:cubicBezTo>
                  <a:lnTo>
                    <a:pt x="80025" y="30162"/>
                  </a:lnTo>
                  <a:cubicBezTo>
                    <a:pt x="86162" y="21617"/>
                    <a:pt x="84210" y="9714"/>
                    <a:pt x="75664" y="3577"/>
                  </a:cubicBezTo>
                  <a:cubicBezTo>
                    <a:pt x="68922" y="-1265"/>
                    <a:pt x="59819" y="-1184"/>
                    <a:pt x="53164" y="3778"/>
                  </a:cubicBezTo>
                  <a:lnTo>
                    <a:pt x="5539" y="51403"/>
                  </a:lnTo>
                  <a:cubicBezTo>
                    <a:pt x="-1846" y="58834"/>
                    <a:pt x="-1846" y="70833"/>
                    <a:pt x="5539" y="78264"/>
                  </a:cubicBezTo>
                  <a:cubicBezTo>
                    <a:pt x="9290" y="81786"/>
                    <a:pt x="14306" y="83641"/>
                    <a:pt x="19446" y="834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31"/>
            <p:cNvSpPr/>
            <p:nvPr/>
          </p:nvSpPr>
          <p:spPr>
            <a:xfrm>
              <a:off x="5857856" y="3517087"/>
              <a:ext cx="104775" cy="38100"/>
            </a:xfrm>
            <a:custGeom>
              <a:rect b="b" l="l" r="r" t="t"/>
              <a:pathLst>
                <a:path extrusionOk="0" h="38100" w="104775">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31"/>
            <p:cNvSpPr/>
            <p:nvPr/>
          </p:nvSpPr>
          <p:spPr>
            <a:xfrm>
              <a:off x="5959591" y="3718627"/>
              <a:ext cx="85249" cy="85725"/>
            </a:xfrm>
            <a:custGeom>
              <a:rect b="b" l="l" r="r" t="t"/>
              <a:pathLst>
                <a:path extrusionOk="0" h="85725" w="85249">
                  <a:moveTo>
                    <a:pt x="53808" y="4581"/>
                  </a:moveTo>
                  <a:lnTo>
                    <a:pt x="6659" y="52206"/>
                  </a:lnTo>
                  <a:cubicBezTo>
                    <a:pt x="-1332" y="59049"/>
                    <a:pt x="-2263" y="71075"/>
                    <a:pt x="4581" y="79066"/>
                  </a:cubicBezTo>
                  <a:cubicBezTo>
                    <a:pt x="11425" y="87058"/>
                    <a:pt x="23451" y="87987"/>
                    <a:pt x="31442" y="81144"/>
                  </a:cubicBezTo>
                  <a:cubicBezTo>
                    <a:pt x="32187" y="80506"/>
                    <a:pt x="32882" y="79811"/>
                    <a:pt x="33520" y="79066"/>
                  </a:cubicBezTo>
                  <a:lnTo>
                    <a:pt x="80669" y="31441"/>
                  </a:lnTo>
                  <a:cubicBezTo>
                    <a:pt x="87512" y="23450"/>
                    <a:pt x="86582" y="11424"/>
                    <a:pt x="78590" y="4581"/>
                  </a:cubicBezTo>
                  <a:cubicBezTo>
                    <a:pt x="71459" y="-1527"/>
                    <a:pt x="60941" y="-1527"/>
                    <a:pt x="53808" y="4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31"/>
            <p:cNvSpPr/>
            <p:nvPr/>
          </p:nvSpPr>
          <p:spPr>
            <a:xfrm>
              <a:off x="6432647" y="3713305"/>
              <a:ext cx="87546" cy="87626"/>
            </a:xfrm>
            <a:custGeom>
              <a:rect b="b" l="l" r="r" t="t"/>
              <a:pathLst>
                <a:path extrusionOk="0" h="87626" w="87546">
                  <a:moveTo>
                    <a:pt x="33190" y="6283"/>
                  </a:moveTo>
                  <a:cubicBezTo>
                    <a:pt x="26139" y="-1525"/>
                    <a:pt x="14093" y="-2140"/>
                    <a:pt x="6283" y="4911"/>
                  </a:cubicBezTo>
                  <a:cubicBezTo>
                    <a:pt x="-1525" y="11961"/>
                    <a:pt x="-2140" y="24007"/>
                    <a:pt x="4911" y="31817"/>
                  </a:cubicBezTo>
                  <a:cubicBezTo>
                    <a:pt x="5330" y="32280"/>
                    <a:pt x="5772" y="32724"/>
                    <a:pt x="6234" y="33144"/>
                  </a:cubicBezTo>
                  <a:lnTo>
                    <a:pt x="53859" y="80769"/>
                  </a:lnTo>
                  <a:cubicBezTo>
                    <a:pt x="60593" y="88853"/>
                    <a:pt x="72605" y="89947"/>
                    <a:pt x="80689" y="83213"/>
                  </a:cubicBezTo>
                  <a:cubicBezTo>
                    <a:pt x="88773" y="76480"/>
                    <a:pt x="89866" y="64468"/>
                    <a:pt x="83133" y="56384"/>
                  </a:cubicBezTo>
                  <a:cubicBezTo>
                    <a:pt x="82219" y="55288"/>
                    <a:pt x="81187" y="54298"/>
                    <a:pt x="80052" y="5343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31"/>
            <p:cNvSpPr/>
            <p:nvPr/>
          </p:nvSpPr>
          <p:spPr>
            <a:xfrm>
              <a:off x="6512700" y="3516420"/>
              <a:ext cx="104775" cy="38100"/>
            </a:xfrm>
            <a:custGeom>
              <a:rect b="b" l="l" r="r" t="t"/>
              <a:pathLst>
                <a:path extrusionOk="0" h="38100" w="104775">
                  <a:moveTo>
                    <a:pt x="85725" y="0"/>
                  </a:moveTo>
                  <a:lnTo>
                    <a:pt x="19050" y="0"/>
                  </a:lnTo>
                  <a:cubicBezTo>
                    <a:pt x="8529" y="0"/>
                    <a:pt x="0" y="8529"/>
                    <a:pt x="0" y="19050"/>
                  </a:cubicBezTo>
                  <a:cubicBezTo>
                    <a:pt x="0" y="29571"/>
                    <a:pt x="8529" y="38100"/>
                    <a:pt x="19050" y="38100"/>
                  </a:cubicBezTo>
                  <a:lnTo>
                    <a:pt x="85725" y="38100"/>
                  </a:lnTo>
                  <a:cubicBezTo>
                    <a:pt x="96246" y="38100"/>
                    <a:pt x="104775" y="29571"/>
                    <a:pt x="104775" y="19050"/>
                  </a:cubicBezTo>
                  <a:cubicBezTo>
                    <a:pt x="104775" y="8529"/>
                    <a:pt x="96246" y="0"/>
                    <a:pt x="8572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7" name="Google Shape;187;p31"/>
          <p:cNvSpPr/>
          <p:nvPr/>
        </p:nvSpPr>
        <p:spPr>
          <a:xfrm>
            <a:off x="2341201" y="2196985"/>
            <a:ext cx="2798400" cy="12471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200" u="none" cap="none" strike="noStrike">
                <a:solidFill>
                  <a:schemeClr val="lt1"/>
                </a:solidFill>
                <a:latin typeface="Nunito Sans Medium"/>
                <a:ea typeface="Nunito Sans Medium"/>
                <a:cs typeface="Nunito Sans Medium"/>
                <a:sym typeface="Nunito Sans Medium"/>
              </a:rPr>
              <a:t>All the Lorem Ipsum generators on the Internet tend to repeat predefined chunks as necessary, making this the first true generator on the Internet.</a:t>
            </a:r>
            <a:endParaRPr i="0" sz="1200" u="none" cap="none" strike="noStrike">
              <a:solidFill>
                <a:schemeClr val="lt1"/>
              </a:solidFill>
              <a:latin typeface="Nunito Sans Medium"/>
              <a:ea typeface="Nunito Sans Medium"/>
              <a:cs typeface="Nunito Sans Medium"/>
              <a:sym typeface="Nunito Sans Medium"/>
            </a:endParaRPr>
          </a:p>
        </p:txBody>
      </p:sp>
      <p:sp>
        <p:nvSpPr>
          <p:cNvPr id="188" name="Google Shape;188;p31"/>
          <p:cNvSpPr txBox="1"/>
          <p:nvPr/>
        </p:nvSpPr>
        <p:spPr>
          <a:xfrm>
            <a:off x="2341199" y="1768487"/>
            <a:ext cx="2877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u="none" cap="none" strike="noStrike">
                <a:solidFill>
                  <a:schemeClr val="lt1"/>
                </a:solidFill>
                <a:latin typeface="Nunito Sans Black"/>
                <a:ea typeface="Nunito Sans Black"/>
                <a:cs typeface="Nunito Sans Black"/>
                <a:sym typeface="Nunito Sans Black"/>
              </a:rPr>
              <a:t>TEXT TITTLE HERE </a:t>
            </a:r>
            <a:endParaRPr i="0" sz="1700" u="none" cap="none" strike="noStrike">
              <a:solidFill>
                <a:schemeClr val="lt1"/>
              </a:solidFill>
              <a:latin typeface="Nunito Sans Black"/>
              <a:ea typeface="Nunito Sans Black"/>
              <a:cs typeface="Nunito Sans Black"/>
              <a:sym typeface="Nunito Sans Black"/>
            </a:endParaRPr>
          </a:p>
        </p:txBody>
      </p:sp>
      <p:sp>
        <p:nvSpPr>
          <p:cNvPr id="189" name="Google Shape;189;p31"/>
          <p:cNvSpPr/>
          <p:nvPr/>
        </p:nvSpPr>
        <p:spPr>
          <a:xfrm>
            <a:off x="7329214" y="2264218"/>
            <a:ext cx="2686800" cy="11148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200" u="none" cap="none" strike="noStrike">
                <a:solidFill>
                  <a:schemeClr val="lt1"/>
                </a:solidFill>
                <a:latin typeface="Nunito Sans Medium"/>
                <a:ea typeface="Nunito Sans Medium"/>
                <a:cs typeface="Nunito Sans Medium"/>
                <a:sym typeface="Nunito Sans Medium"/>
              </a:rPr>
              <a:t>If you are going to use a passage of Lorem Ipsum, you need to be sure there isn't anything embarrassing hidden in the middle of text.</a:t>
            </a:r>
            <a:endParaRPr i="0" sz="1200" u="none" cap="none" strike="noStrike">
              <a:solidFill>
                <a:schemeClr val="lt1"/>
              </a:solidFill>
              <a:latin typeface="Nunito Sans Medium"/>
              <a:ea typeface="Nunito Sans Medium"/>
              <a:cs typeface="Nunito Sans Medium"/>
              <a:sym typeface="Nunito Sans Medium"/>
            </a:endParaRPr>
          </a:p>
        </p:txBody>
      </p:sp>
      <p:sp>
        <p:nvSpPr>
          <p:cNvPr id="190" name="Google Shape;190;p31"/>
          <p:cNvSpPr txBox="1"/>
          <p:nvPr/>
        </p:nvSpPr>
        <p:spPr>
          <a:xfrm>
            <a:off x="7329231" y="1835712"/>
            <a:ext cx="26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u="none" cap="none" strike="noStrike">
                <a:solidFill>
                  <a:schemeClr val="lt1"/>
                </a:solidFill>
                <a:latin typeface="Nunito Sans Black"/>
                <a:ea typeface="Nunito Sans Black"/>
                <a:cs typeface="Nunito Sans Black"/>
                <a:sym typeface="Nunito Sans Black"/>
              </a:rPr>
              <a:t>TEXT TITTLE HERE </a:t>
            </a:r>
            <a:endParaRPr i="0" sz="1700" u="none" cap="none" strike="noStrike">
              <a:solidFill>
                <a:schemeClr val="lt1"/>
              </a:solidFill>
              <a:latin typeface="Nunito Sans Black"/>
              <a:ea typeface="Nunito Sans Black"/>
              <a:cs typeface="Nunito Sans Black"/>
              <a:sym typeface="Nunito Sans Black"/>
            </a:endParaRPr>
          </a:p>
        </p:txBody>
      </p:sp>
      <p:pic>
        <p:nvPicPr>
          <p:cNvPr id="191" name="Google Shape;191;p31"/>
          <p:cNvPicPr preferRelativeResize="0"/>
          <p:nvPr/>
        </p:nvPicPr>
        <p:blipFill rotWithShape="1">
          <a:blip r:embed="rId4">
            <a:alphaModFix/>
          </a:blip>
          <a:srcRect b="5579" l="0" r="0" t="5588"/>
          <a:stretch/>
        </p:blipFill>
        <p:spPr>
          <a:xfrm>
            <a:off x="9497100" y="272926"/>
            <a:ext cx="2491400" cy="761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nvSpPr>
        <p:spPr>
          <a:xfrm>
            <a:off x="5216582" y="2642112"/>
            <a:ext cx="1445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600" u="none" cap="none" strike="noStrike">
                <a:solidFill>
                  <a:schemeClr val="lt1"/>
                </a:solidFill>
                <a:latin typeface="Nunito Sans ExtraBold"/>
                <a:ea typeface="Nunito Sans ExtraBold"/>
                <a:cs typeface="Nunito Sans ExtraBold"/>
                <a:sym typeface="Nunito Sans ExtraBold"/>
              </a:rPr>
              <a:t>Ficel Damir</a:t>
            </a:r>
            <a:endParaRPr i="0" sz="1900" u="none" cap="none" strike="noStrike">
              <a:solidFill>
                <a:schemeClr val="lt1"/>
              </a:solidFill>
              <a:latin typeface="Nunito Sans ExtraBold"/>
              <a:ea typeface="Nunito Sans ExtraBold"/>
              <a:cs typeface="Nunito Sans ExtraBold"/>
              <a:sym typeface="Nunito Sans ExtraBold"/>
            </a:endParaRPr>
          </a:p>
        </p:txBody>
      </p:sp>
      <p:sp>
        <p:nvSpPr>
          <p:cNvPr id="197" name="Google Shape;197;p32"/>
          <p:cNvSpPr/>
          <p:nvPr/>
        </p:nvSpPr>
        <p:spPr>
          <a:xfrm>
            <a:off x="5216582" y="2892787"/>
            <a:ext cx="18135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800"/>
              <a:buFont typeface="Arial"/>
              <a:buNone/>
            </a:pPr>
            <a:r>
              <a:rPr i="1" lang="en-US" sz="1100" u="none" cap="none" strike="noStrike">
                <a:solidFill>
                  <a:schemeClr val="lt1"/>
                </a:solidFill>
                <a:latin typeface="Nunito Sans Medium"/>
                <a:ea typeface="Nunito Sans Medium"/>
                <a:cs typeface="Nunito Sans Medium"/>
                <a:sym typeface="Nunito Sans Medium"/>
              </a:rPr>
              <a:t>New Jersey, 03/14/1990</a:t>
            </a:r>
            <a:endParaRPr i="0" sz="1700" u="none" cap="none" strike="noStrike">
              <a:solidFill>
                <a:schemeClr val="lt1"/>
              </a:solidFill>
              <a:latin typeface="Nunito Sans Medium"/>
              <a:ea typeface="Nunito Sans Medium"/>
              <a:cs typeface="Nunito Sans Medium"/>
              <a:sym typeface="Nunito Sans Medium"/>
            </a:endParaRPr>
          </a:p>
        </p:txBody>
      </p:sp>
      <p:sp>
        <p:nvSpPr>
          <p:cNvPr id="198" name="Google Shape;198;p32"/>
          <p:cNvSpPr txBox="1"/>
          <p:nvPr/>
        </p:nvSpPr>
        <p:spPr>
          <a:xfrm>
            <a:off x="8865907" y="2642112"/>
            <a:ext cx="1445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600" u="none" cap="none" strike="noStrike">
                <a:solidFill>
                  <a:schemeClr val="lt1"/>
                </a:solidFill>
                <a:latin typeface="Nunito Sans ExtraBold"/>
                <a:ea typeface="Nunito Sans ExtraBold"/>
                <a:cs typeface="Nunito Sans ExtraBold"/>
                <a:sym typeface="Nunito Sans ExtraBold"/>
              </a:rPr>
              <a:t>Oliver Kros</a:t>
            </a:r>
            <a:endParaRPr i="0" sz="1900" u="none" cap="none" strike="noStrike">
              <a:solidFill>
                <a:schemeClr val="lt1"/>
              </a:solidFill>
              <a:latin typeface="Nunito Sans ExtraBold"/>
              <a:ea typeface="Nunito Sans ExtraBold"/>
              <a:cs typeface="Nunito Sans ExtraBold"/>
              <a:sym typeface="Nunito Sans ExtraBold"/>
            </a:endParaRPr>
          </a:p>
        </p:txBody>
      </p:sp>
      <p:sp>
        <p:nvSpPr>
          <p:cNvPr id="199" name="Google Shape;199;p32"/>
          <p:cNvSpPr/>
          <p:nvPr/>
        </p:nvSpPr>
        <p:spPr>
          <a:xfrm>
            <a:off x="8865907" y="2892787"/>
            <a:ext cx="18135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800"/>
              <a:buFont typeface="Arial"/>
              <a:buNone/>
            </a:pPr>
            <a:r>
              <a:rPr i="1" lang="en-US" sz="1100" u="none" cap="none" strike="noStrike">
                <a:solidFill>
                  <a:schemeClr val="lt1"/>
                </a:solidFill>
                <a:latin typeface="Nunito Sans Medium"/>
                <a:ea typeface="Nunito Sans Medium"/>
                <a:cs typeface="Nunito Sans Medium"/>
                <a:sym typeface="Nunito Sans Medium"/>
              </a:rPr>
              <a:t>Orlando, 03/14/1990</a:t>
            </a:r>
            <a:endParaRPr i="0" sz="1700" u="none" cap="none" strike="noStrike">
              <a:solidFill>
                <a:schemeClr val="lt1"/>
              </a:solidFill>
              <a:latin typeface="Nunito Sans Medium"/>
              <a:ea typeface="Nunito Sans Medium"/>
              <a:cs typeface="Nunito Sans Medium"/>
              <a:sym typeface="Nunito Sans Medium"/>
            </a:endParaRPr>
          </a:p>
        </p:txBody>
      </p:sp>
      <p:sp>
        <p:nvSpPr>
          <p:cNvPr id="200" name="Google Shape;200;p32"/>
          <p:cNvSpPr txBox="1"/>
          <p:nvPr/>
        </p:nvSpPr>
        <p:spPr>
          <a:xfrm>
            <a:off x="8865907" y="5765763"/>
            <a:ext cx="1445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600" u="none" cap="none" strike="noStrike">
                <a:solidFill>
                  <a:schemeClr val="lt1"/>
                </a:solidFill>
                <a:latin typeface="Nunito Sans ExtraBold"/>
                <a:ea typeface="Nunito Sans ExtraBold"/>
                <a:cs typeface="Nunito Sans ExtraBold"/>
                <a:sym typeface="Nunito Sans ExtraBold"/>
              </a:rPr>
              <a:t>Ilyas Yunno</a:t>
            </a:r>
            <a:endParaRPr i="0" sz="1900" u="none" cap="none" strike="noStrike">
              <a:solidFill>
                <a:schemeClr val="lt1"/>
              </a:solidFill>
              <a:latin typeface="Nunito Sans ExtraBold"/>
              <a:ea typeface="Nunito Sans ExtraBold"/>
              <a:cs typeface="Nunito Sans ExtraBold"/>
              <a:sym typeface="Nunito Sans ExtraBold"/>
            </a:endParaRPr>
          </a:p>
        </p:txBody>
      </p:sp>
      <p:sp>
        <p:nvSpPr>
          <p:cNvPr id="201" name="Google Shape;201;p32"/>
          <p:cNvSpPr/>
          <p:nvPr/>
        </p:nvSpPr>
        <p:spPr>
          <a:xfrm>
            <a:off x="8865907" y="6074138"/>
            <a:ext cx="18135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800"/>
              <a:buFont typeface="Arial"/>
              <a:buNone/>
            </a:pPr>
            <a:r>
              <a:rPr i="1" lang="en-US" sz="1100" u="none" cap="none" strike="noStrike">
                <a:solidFill>
                  <a:schemeClr val="lt1"/>
                </a:solidFill>
                <a:latin typeface="Nunito Sans Medium"/>
                <a:ea typeface="Nunito Sans Medium"/>
                <a:cs typeface="Nunito Sans Medium"/>
                <a:sym typeface="Nunito Sans Medium"/>
              </a:rPr>
              <a:t>Dallas, 03/14/1990</a:t>
            </a:r>
            <a:endParaRPr i="0" sz="1700" u="none" cap="none" strike="noStrike">
              <a:solidFill>
                <a:schemeClr val="lt1"/>
              </a:solidFill>
              <a:latin typeface="Nunito Sans Medium"/>
              <a:ea typeface="Nunito Sans Medium"/>
              <a:cs typeface="Nunito Sans Medium"/>
              <a:sym typeface="Nunito Sans Medium"/>
            </a:endParaRPr>
          </a:p>
        </p:txBody>
      </p:sp>
      <p:sp>
        <p:nvSpPr>
          <p:cNvPr id="202" name="Google Shape;202;p32"/>
          <p:cNvSpPr txBox="1"/>
          <p:nvPr/>
        </p:nvSpPr>
        <p:spPr>
          <a:xfrm>
            <a:off x="5216570" y="5765760"/>
            <a:ext cx="2436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i="0" lang="en-US" sz="1600" u="none" cap="none" strike="noStrike">
                <a:solidFill>
                  <a:schemeClr val="lt1"/>
                </a:solidFill>
                <a:latin typeface="Nunito Sans ExtraBold"/>
                <a:ea typeface="Nunito Sans ExtraBold"/>
                <a:cs typeface="Nunito Sans ExtraBold"/>
                <a:sym typeface="Nunito Sans ExtraBold"/>
              </a:rPr>
              <a:t>Anya Melanie</a:t>
            </a:r>
            <a:endParaRPr i="0" sz="1900" u="none" cap="none" strike="noStrike">
              <a:solidFill>
                <a:schemeClr val="lt1"/>
              </a:solidFill>
              <a:latin typeface="Nunito Sans ExtraBold"/>
              <a:ea typeface="Nunito Sans ExtraBold"/>
              <a:cs typeface="Nunito Sans ExtraBold"/>
              <a:sym typeface="Nunito Sans ExtraBold"/>
            </a:endParaRPr>
          </a:p>
        </p:txBody>
      </p:sp>
      <p:sp>
        <p:nvSpPr>
          <p:cNvPr id="203" name="Google Shape;203;p32"/>
          <p:cNvSpPr/>
          <p:nvPr/>
        </p:nvSpPr>
        <p:spPr>
          <a:xfrm>
            <a:off x="5216582" y="6074138"/>
            <a:ext cx="18135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800"/>
              <a:buFont typeface="Arial"/>
              <a:buNone/>
            </a:pPr>
            <a:r>
              <a:rPr i="1" lang="en-US" sz="1100" u="none" cap="none" strike="noStrike">
                <a:solidFill>
                  <a:schemeClr val="lt1"/>
                </a:solidFill>
                <a:latin typeface="Nunito Sans Medium"/>
                <a:ea typeface="Nunito Sans Medium"/>
                <a:cs typeface="Nunito Sans Medium"/>
                <a:sym typeface="Nunito Sans Medium"/>
              </a:rPr>
              <a:t>Boston, 03/14/1990</a:t>
            </a:r>
            <a:endParaRPr i="0" sz="1700" u="none" cap="none" strike="noStrike">
              <a:solidFill>
                <a:schemeClr val="lt1"/>
              </a:solidFill>
              <a:latin typeface="Nunito Sans Medium"/>
              <a:ea typeface="Nunito Sans Medium"/>
              <a:cs typeface="Nunito Sans Medium"/>
              <a:sym typeface="Nunito Sans Medium"/>
            </a:endParaRPr>
          </a:p>
        </p:txBody>
      </p:sp>
      <p:pic>
        <p:nvPicPr>
          <p:cNvPr id="204" name="Google Shape;204;p32"/>
          <p:cNvPicPr preferRelativeResize="0"/>
          <p:nvPr>
            <p:ph idx="2" type="pic"/>
          </p:nvPr>
        </p:nvPicPr>
        <p:blipFill rotWithShape="1">
          <a:blip r:embed="rId3">
            <a:alphaModFix/>
          </a:blip>
          <a:srcRect b="29606" l="1310" r="30463" t="5682"/>
          <a:stretch/>
        </p:blipFill>
        <p:spPr>
          <a:xfrm>
            <a:off x="4904225" y="396912"/>
            <a:ext cx="3314700" cy="2095500"/>
          </a:xfrm>
          <a:prstGeom prst="roundRect">
            <a:avLst>
              <a:gd fmla="val 0" name="adj"/>
            </a:avLst>
          </a:prstGeom>
          <a:solidFill>
            <a:schemeClr val="lt1"/>
          </a:solidFill>
          <a:ln>
            <a:noFill/>
          </a:ln>
        </p:spPr>
      </p:pic>
      <p:pic>
        <p:nvPicPr>
          <p:cNvPr id="205" name="Google Shape;205;p32"/>
          <p:cNvPicPr preferRelativeResize="0"/>
          <p:nvPr>
            <p:ph idx="3" type="pic"/>
          </p:nvPr>
        </p:nvPicPr>
        <p:blipFill rotWithShape="1">
          <a:blip r:embed="rId4">
            <a:alphaModFix/>
          </a:blip>
          <a:srcRect b="31618" l="10450" r="27345" t="9381"/>
          <a:stretch/>
        </p:blipFill>
        <p:spPr>
          <a:xfrm>
            <a:off x="4904225" y="3578262"/>
            <a:ext cx="3314700" cy="2095500"/>
          </a:xfrm>
          <a:prstGeom prst="roundRect">
            <a:avLst>
              <a:gd fmla="val 0" name="adj"/>
            </a:avLst>
          </a:prstGeom>
          <a:solidFill>
            <a:schemeClr val="lt1"/>
          </a:solidFill>
          <a:ln>
            <a:noFill/>
          </a:ln>
        </p:spPr>
      </p:pic>
      <p:pic>
        <p:nvPicPr>
          <p:cNvPr id="206" name="Google Shape;206;p32"/>
          <p:cNvPicPr preferRelativeResize="0"/>
          <p:nvPr>
            <p:ph idx="4" type="pic"/>
          </p:nvPr>
        </p:nvPicPr>
        <p:blipFill rotWithShape="1">
          <a:blip r:embed="rId5">
            <a:alphaModFix/>
          </a:blip>
          <a:srcRect b="35047" l="22127" r="18168" t="8324"/>
          <a:stretch/>
        </p:blipFill>
        <p:spPr>
          <a:xfrm>
            <a:off x="8504675" y="396912"/>
            <a:ext cx="3314700" cy="2095500"/>
          </a:xfrm>
          <a:prstGeom prst="roundRect">
            <a:avLst>
              <a:gd fmla="val 0" name="adj"/>
            </a:avLst>
          </a:prstGeom>
          <a:solidFill>
            <a:schemeClr val="lt1"/>
          </a:solidFill>
          <a:ln>
            <a:noFill/>
          </a:ln>
        </p:spPr>
      </p:pic>
      <p:pic>
        <p:nvPicPr>
          <p:cNvPr id="207" name="Google Shape;207;p32"/>
          <p:cNvPicPr preferRelativeResize="0"/>
          <p:nvPr>
            <p:ph idx="5" type="pic"/>
          </p:nvPr>
        </p:nvPicPr>
        <p:blipFill rotWithShape="1">
          <a:blip r:embed="rId6">
            <a:alphaModFix/>
          </a:blip>
          <a:srcRect b="9320" l="0" r="10104" t="5414"/>
          <a:stretch/>
        </p:blipFill>
        <p:spPr>
          <a:xfrm>
            <a:off x="8504675" y="3578262"/>
            <a:ext cx="3314700" cy="2095500"/>
          </a:xfrm>
          <a:prstGeom prst="roundRect">
            <a:avLst>
              <a:gd fmla="val 0" name="adj"/>
            </a:avLst>
          </a:prstGeom>
          <a:solidFill>
            <a:schemeClr val="lt1"/>
          </a:solidFill>
          <a:ln>
            <a:noFill/>
          </a:ln>
        </p:spPr>
      </p:pic>
      <p:sp>
        <p:nvSpPr>
          <p:cNvPr id="208" name="Google Shape;208;p32"/>
          <p:cNvSpPr/>
          <p:nvPr/>
        </p:nvSpPr>
        <p:spPr>
          <a:xfrm>
            <a:off x="1512075" y="2039150"/>
            <a:ext cx="2529600" cy="1938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000"/>
              <a:buFont typeface="Arial"/>
              <a:buNone/>
            </a:pPr>
            <a:r>
              <a:rPr i="0" lang="en-US"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a:t>
            </a:r>
            <a:endParaRPr i="0" u="none" cap="none" strike="noStrike">
              <a:solidFill>
                <a:schemeClr val="dk1"/>
              </a:solidFill>
              <a:latin typeface="Nunito Sans Medium"/>
              <a:ea typeface="Nunito Sans Medium"/>
              <a:cs typeface="Nunito Sans Medium"/>
              <a:sym typeface="Nunito Sans Medium"/>
            </a:endParaRPr>
          </a:p>
        </p:txBody>
      </p:sp>
      <p:sp>
        <p:nvSpPr>
          <p:cNvPr id="209" name="Google Shape;209;p32"/>
          <p:cNvSpPr txBox="1"/>
          <p:nvPr/>
        </p:nvSpPr>
        <p:spPr>
          <a:xfrm>
            <a:off x="1526400" y="600775"/>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Meet our</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team</a:t>
            </a:r>
            <a:endParaRPr sz="3200">
              <a:solidFill>
                <a:srgbClr val="595959"/>
              </a:solidFill>
              <a:latin typeface="Nunito Sans Black"/>
              <a:ea typeface="Nunito Sans Black"/>
              <a:cs typeface="Nunito Sans Black"/>
              <a:sym typeface="Nunito Sans Black"/>
            </a:endParaRPr>
          </a:p>
        </p:txBody>
      </p:sp>
      <p:sp>
        <p:nvSpPr>
          <p:cNvPr id="210" name="Google Shape;210;p32"/>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1" name="Google Shape;211;p32"/>
          <p:cNvPicPr preferRelativeResize="0"/>
          <p:nvPr/>
        </p:nvPicPr>
        <p:blipFill>
          <a:blip r:embed="rId7">
            <a:alphaModFix/>
          </a:blip>
          <a:stretch>
            <a:fillRect/>
          </a:stretch>
        </p:blipFill>
        <p:spPr>
          <a:xfrm>
            <a:off x="187550" y="303750"/>
            <a:ext cx="468925" cy="394354"/>
          </a:xfrm>
          <a:prstGeom prst="rect">
            <a:avLst/>
          </a:prstGeom>
          <a:noFill/>
          <a:ln>
            <a:noFill/>
          </a:ln>
        </p:spPr>
      </p:pic>
      <p:sp>
        <p:nvSpPr>
          <p:cNvPr id="212" name="Google Shape;212;p32"/>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p:nvPr/>
        </p:nvSpPr>
        <p:spPr>
          <a:xfrm>
            <a:off x="12790000" y="4308084"/>
            <a:ext cx="4938900" cy="21714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 If you are going to use a passage of Lorem Ipsum, you need to be sure there isn't anything embarrassing hidden in the middle of text.</a:t>
            </a:r>
            <a:endParaRPr i="0" sz="1100" u="none" cap="none" strike="noStrike">
              <a:solidFill>
                <a:schemeClr val="dk1"/>
              </a:solidFill>
              <a:latin typeface="Nunito Sans Medium"/>
              <a:ea typeface="Nunito Sans Medium"/>
              <a:cs typeface="Nunito Sans Medium"/>
              <a:sym typeface="Nunito Sans Medium"/>
            </a:endParaRPr>
          </a:p>
        </p:txBody>
      </p:sp>
      <p:sp>
        <p:nvSpPr>
          <p:cNvPr id="218" name="Google Shape;218;p33"/>
          <p:cNvSpPr/>
          <p:nvPr/>
        </p:nvSpPr>
        <p:spPr>
          <a:xfrm>
            <a:off x="6536651" y="3953474"/>
            <a:ext cx="2629800" cy="4308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1" i="0" lang="en-US" sz="2000" u="none" cap="none" strike="noStrike">
                <a:solidFill>
                  <a:srgbClr val="F9F7F9"/>
                </a:solidFill>
                <a:latin typeface="Nunito Sans"/>
                <a:ea typeface="Nunito Sans"/>
                <a:cs typeface="Nunito Sans"/>
                <a:sym typeface="Nunito Sans"/>
              </a:rPr>
              <a:t>WHEN START</a:t>
            </a:r>
            <a:endParaRPr b="1" i="0" sz="1800" u="none" cap="none" strike="noStrike">
              <a:solidFill>
                <a:srgbClr val="F9F7F9"/>
              </a:solidFill>
              <a:latin typeface="Nunito Sans"/>
              <a:ea typeface="Nunito Sans"/>
              <a:cs typeface="Nunito Sans"/>
              <a:sym typeface="Nunito Sans"/>
            </a:endParaRPr>
          </a:p>
        </p:txBody>
      </p:sp>
      <p:sp>
        <p:nvSpPr>
          <p:cNvPr id="219" name="Google Shape;219;p33"/>
          <p:cNvSpPr/>
          <p:nvPr/>
        </p:nvSpPr>
        <p:spPr>
          <a:xfrm>
            <a:off x="6536650" y="4456705"/>
            <a:ext cx="4938900" cy="19389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800" u="none" cap="none" strike="noStrike">
                <a:solidFill>
                  <a:srgbClr val="F9F7F9"/>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a:t>
            </a:r>
            <a:endParaRPr i="0" sz="1800" u="none" cap="none" strike="noStrike">
              <a:solidFill>
                <a:srgbClr val="F9F7F9"/>
              </a:solidFill>
              <a:latin typeface="Nunito Sans Medium"/>
              <a:ea typeface="Nunito Sans Medium"/>
              <a:cs typeface="Nunito Sans Medium"/>
              <a:sym typeface="Nunito Sans Medium"/>
            </a:endParaRPr>
          </a:p>
        </p:txBody>
      </p:sp>
      <p:pic>
        <p:nvPicPr>
          <p:cNvPr id="220" name="Google Shape;220;p33"/>
          <p:cNvPicPr preferRelativeResize="0"/>
          <p:nvPr>
            <p:ph idx="2" type="pic"/>
          </p:nvPr>
        </p:nvPicPr>
        <p:blipFill rotWithShape="1">
          <a:blip r:embed="rId3">
            <a:alphaModFix/>
          </a:blip>
          <a:srcRect b="9658" l="0" r="0" t="9658"/>
          <a:stretch/>
        </p:blipFill>
        <p:spPr>
          <a:xfrm>
            <a:off x="5886450" y="0"/>
            <a:ext cx="6305700" cy="3390900"/>
          </a:xfrm>
          <a:prstGeom prst="roundRect">
            <a:avLst>
              <a:gd fmla="val 0" name="adj"/>
            </a:avLst>
          </a:prstGeom>
          <a:solidFill>
            <a:schemeClr val="lt1"/>
          </a:solidFill>
          <a:ln>
            <a:noFill/>
          </a:ln>
        </p:spPr>
      </p:pic>
      <p:sp>
        <p:nvSpPr>
          <p:cNvPr id="221" name="Google Shape;221;p33"/>
          <p:cNvSpPr/>
          <p:nvPr/>
        </p:nvSpPr>
        <p:spPr>
          <a:xfrm>
            <a:off x="1512075" y="2039150"/>
            <a:ext cx="3641400" cy="1938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000"/>
              <a:buFont typeface="Arial"/>
              <a:buNone/>
            </a:pPr>
            <a:r>
              <a:rPr i="0" lang="en-US" sz="15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a:t>
            </a:r>
            <a:endParaRPr i="0" sz="1500" u="none" cap="none" strike="noStrike">
              <a:solidFill>
                <a:schemeClr val="dk1"/>
              </a:solidFill>
              <a:latin typeface="Nunito Sans Medium"/>
              <a:ea typeface="Nunito Sans Medium"/>
              <a:cs typeface="Nunito Sans Medium"/>
              <a:sym typeface="Nunito Sans Medium"/>
            </a:endParaRPr>
          </a:p>
        </p:txBody>
      </p:sp>
      <p:sp>
        <p:nvSpPr>
          <p:cNvPr id="222" name="Google Shape;222;p33"/>
          <p:cNvSpPr txBox="1"/>
          <p:nvPr/>
        </p:nvSpPr>
        <p:spPr>
          <a:xfrm>
            <a:off x="1526400" y="600775"/>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Lorem ipsum</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dolot siut met</a:t>
            </a:r>
            <a:endParaRPr sz="3200">
              <a:solidFill>
                <a:srgbClr val="595959"/>
              </a:solidFill>
              <a:latin typeface="Nunito Sans Black"/>
              <a:ea typeface="Nunito Sans Black"/>
              <a:cs typeface="Nunito Sans Black"/>
              <a:sym typeface="Nunito Sans Black"/>
            </a:endParaRPr>
          </a:p>
        </p:txBody>
      </p:sp>
      <p:sp>
        <p:nvSpPr>
          <p:cNvPr id="223" name="Google Shape;223;p33"/>
          <p:cNvSpPr txBox="1"/>
          <p:nvPr/>
        </p:nvSpPr>
        <p:spPr>
          <a:xfrm>
            <a:off x="1526400" y="4390275"/>
            <a:ext cx="1576500" cy="86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100">
                <a:solidFill>
                  <a:srgbClr val="014AA0"/>
                </a:solidFill>
                <a:latin typeface="Nunito Sans Black"/>
                <a:ea typeface="Nunito Sans Black"/>
                <a:cs typeface="Nunito Sans Black"/>
                <a:sym typeface="Nunito Sans Black"/>
              </a:rPr>
              <a:t>50%</a:t>
            </a:r>
            <a:endParaRPr sz="4100">
              <a:solidFill>
                <a:srgbClr val="014AA0"/>
              </a:solidFill>
              <a:latin typeface="Nunito Sans Black"/>
              <a:ea typeface="Nunito Sans Black"/>
              <a:cs typeface="Nunito Sans Black"/>
              <a:sym typeface="Nunito Sans Black"/>
            </a:endParaRPr>
          </a:p>
        </p:txBody>
      </p:sp>
      <p:sp>
        <p:nvSpPr>
          <p:cNvPr id="224" name="Google Shape;224;p33"/>
          <p:cNvSpPr/>
          <p:nvPr/>
        </p:nvSpPr>
        <p:spPr>
          <a:xfrm>
            <a:off x="1512075" y="5177175"/>
            <a:ext cx="2799900" cy="10344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000"/>
              <a:buFont typeface="Arial"/>
              <a:buNone/>
            </a:pPr>
            <a:r>
              <a:rPr lang="en-US" sz="1300">
                <a:solidFill>
                  <a:schemeClr val="dk1"/>
                </a:solidFill>
                <a:latin typeface="Nunito Sans Medium"/>
                <a:ea typeface="Nunito Sans Medium"/>
                <a:cs typeface="Nunito Sans Medium"/>
                <a:sym typeface="Nunito Sans Medium"/>
              </a:rPr>
              <a:t>THERE ARE MANY VARIATIONS OF PASSAGES OF LOREM IPSUM AVAILABLE</a:t>
            </a:r>
            <a:endParaRPr i="0" sz="1300" u="none" cap="none" strike="noStrike">
              <a:solidFill>
                <a:schemeClr val="dk1"/>
              </a:solidFill>
              <a:latin typeface="Nunito Sans Medium"/>
              <a:ea typeface="Nunito Sans Medium"/>
              <a:cs typeface="Nunito Sans Medium"/>
              <a:sym typeface="Nunito Sans Medium"/>
            </a:endParaRPr>
          </a:p>
        </p:txBody>
      </p:sp>
      <p:cxnSp>
        <p:nvCxnSpPr>
          <p:cNvPr id="225" name="Google Shape;225;p33"/>
          <p:cNvCxnSpPr/>
          <p:nvPr/>
        </p:nvCxnSpPr>
        <p:spPr>
          <a:xfrm>
            <a:off x="1610450" y="4184800"/>
            <a:ext cx="3118800" cy="0"/>
          </a:xfrm>
          <a:prstGeom prst="straightConnector1">
            <a:avLst/>
          </a:prstGeom>
          <a:noFill/>
          <a:ln cap="flat" cmpd="sng" w="19050">
            <a:solidFill>
              <a:schemeClr val="dk2"/>
            </a:solidFill>
            <a:prstDash val="solid"/>
            <a:round/>
            <a:headEnd len="med" w="med" type="none"/>
            <a:tailEnd len="med" w="med" type="none"/>
          </a:ln>
        </p:spPr>
      </p:cxnSp>
      <p:cxnSp>
        <p:nvCxnSpPr>
          <p:cNvPr id="226" name="Google Shape;226;p33"/>
          <p:cNvCxnSpPr/>
          <p:nvPr/>
        </p:nvCxnSpPr>
        <p:spPr>
          <a:xfrm>
            <a:off x="1610450" y="6237425"/>
            <a:ext cx="3118800" cy="0"/>
          </a:xfrm>
          <a:prstGeom prst="straightConnector1">
            <a:avLst/>
          </a:prstGeom>
          <a:noFill/>
          <a:ln cap="flat" cmpd="sng" w="19050">
            <a:solidFill>
              <a:schemeClr val="dk2"/>
            </a:solidFill>
            <a:prstDash val="solid"/>
            <a:round/>
            <a:headEnd len="med" w="med" type="none"/>
            <a:tailEnd len="med" w="med" type="none"/>
          </a:ln>
        </p:spPr>
      </p:cxnSp>
      <p:sp>
        <p:nvSpPr>
          <p:cNvPr id="227" name="Google Shape;227;p33"/>
          <p:cNvSpPr/>
          <p:nvPr/>
        </p:nvSpPr>
        <p:spPr>
          <a:xfrm>
            <a:off x="5886450" y="2404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8" name="Google Shape;228;p33"/>
          <p:cNvSpPr/>
          <p:nvPr/>
        </p:nvSpPr>
        <p:spPr>
          <a:xfrm>
            <a:off x="6164212" y="2682268"/>
            <a:ext cx="430875" cy="430875"/>
          </a:xfrm>
          <a:custGeom>
            <a:rect b="b" l="l" r="r" t="t"/>
            <a:pathLst>
              <a:path extrusionOk="0" h="160" w="160">
                <a:moveTo>
                  <a:pt x="3" y="160"/>
                </a:moveTo>
                <a:cubicBezTo>
                  <a:pt x="1" y="160"/>
                  <a:pt x="1" y="160"/>
                  <a:pt x="1" y="160"/>
                </a:cubicBezTo>
                <a:cubicBezTo>
                  <a:pt x="0" y="158"/>
                  <a:pt x="0" y="156"/>
                  <a:pt x="1" y="155"/>
                </a:cubicBezTo>
                <a:cubicBezTo>
                  <a:pt x="46" y="109"/>
                  <a:pt x="46" y="109"/>
                  <a:pt x="46" y="109"/>
                </a:cubicBezTo>
                <a:cubicBezTo>
                  <a:pt x="9" y="71"/>
                  <a:pt x="9" y="71"/>
                  <a:pt x="9" y="71"/>
                </a:cubicBezTo>
                <a:cubicBezTo>
                  <a:pt x="8" y="71"/>
                  <a:pt x="8" y="67"/>
                  <a:pt x="9" y="67"/>
                </a:cubicBezTo>
                <a:cubicBezTo>
                  <a:pt x="9" y="66"/>
                  <a:pt x="9" y="66"/>
                  <a:pt x="9" y="66"/>
                </a:cubicBezTo>
                <a:cubicBezTo>
                  <a:pt x="17" y="58"/>
                  <a:pt x="29" y="53"/>
                  <a:pt x="40" y="53"/>
                </a:cubicBezTo>
                <a:cubicBezTo>
                  <a:pt x="46" y="54"/>
                  <a:pt x="51" y="54"/>
                  <a:pt x="57" y="58"/>
                </a:cubicBezTo>
                <a:cubicBezTo>
                  <a:pt x="90" y="25"/>
                  <a:pt x="90" y="25"/>
                  <a:pt x="90" y="25"/>
                </a:cubicBezTo>
                <a:cubicBezTo>
                  <a:pt x="86" y="17"/>
                  <a:pt x="88" y="8"/>
                  <a:pt x="94" y="3"/>
                </a:cubicBezTo>
                <a:cubicBezTo>
                  <a:pt x="96" y="1"/>
                  <a:pt x="96" y="1"/>
                  <a:pt x="96" y="1"/>
                </a:cubicBezTo>
                <a:cubicBezTo>
                  <a:pt x="98" y="0"/>
                  <a:pt x="99" y="0"/>
                  <a:pt x="101" y="1"/>
                </a:cubicBezTo>
                <a:cubicBezTo>
                  <a:pt x="159" y="63"/>
                  <a:pt x="159" y="63"/>
                  <a:pt x="159" y="63"/>
                </a:cubicBezTo>
                <a:cubicBezTo>
                  <a:pt x="160" y="64"/>
                  <a:pt x="160" y="66"/>
                  <a:pt x="159" y="67"/>
                </a:cubicBezTo>
                <a:cubicBezTo>
                  <a:pt x="157" y="69"/>
                  <a:pt x="157" y="69"/>
                  <a:pt x="157" y="69"/>
                </a:cubicBezTo>
                <a:cubicBezTo>
                  <a:pt x="152" y="74"/>
                  <a:pt x="143" y="75"/>
                  <a:pt x="135" y="74"/>
                </a:cubicBezTo>
                <a:cubicBezTo>
                  <a:pt x="103" y="105"/>
                  <a:pt x="103" y="105"/>
                  <a:pt x="103" y="105"/>
                </a:cubicBezTo>
                <a:cubicBezTo>
                  <a:pt x="104" y="111"/>
                  <a:pt x="106" y="116"/>
                  <a:pt x="106" y="122"/>
                </a:cubicBezTo>
                <a:cubicBezTo>
                  <a:pt x="106" y="134"/>
                  <a:pt x="101" y="145"/>
                  <a:pt x="93" y="153"/>
                </a:cubicBezTo>
                <a:cubicBezTo>
                  <a:pt x="91" y="153"/>
                  <a:pt x="91" y="153"/>
                  <a:pt x="91" y="153"/>
                </a:cubicBezTo>
                <a:cubicBezTo>
                  <a:pt x="90" y="155"/>
                  <a:pt x="88" y="155"/>
                  <a:pt x="86" y="153"/>
                </a:cubicBezTo>
                <a:cubicBezTo>
                  <a:pt x="49" y="114"/>
                  <a:pt x="49" y="114"/>
                  <a:pt x="49" y="114"/>
                </a:cubicBezTo>
                <a:cubicBezTo>
                  <a:pt x="4" y="160"/>
                  <a:pt x="4" y="160"/>
                  <a:pt x="4" y="160"/>
                </a:cubicBezTo>
                <a:cubicBezTo>
                  <a:pt x="3" y="160"/>
                  <a:pt x="3" y="160"/>
                  <a:pt x="3" y="160"/>
                </a:cubicBezTo>
                <a:moveTo>
                  <a:pt x="16" y="71"/>
                </a:moveTo>
                <a:cubicBezTo>
                  <a:pt x="90" y="147"/>
                  <a:pt x="90" y="147"/>
                  <a:pt x="90" y="147"/>
                </a:cubicBezTo>
                <a:cubicBezTo>
                  <a:pt x="96" y="140"/>
                  <a:pt x="99" y="130"/>
                  <a:pt x="99" y="122"/>
                </a:cubicBezTo>
                <a:cubicBezTo>
                  <a:pt x="99" y="113"/>
                  <a:pt x="96" y="103"/>
                  <a:pt x="90" y="96"/>
                </a:cubicBezTo>
                <a:cubicBezTo>
                  <a:pt x="66" y="71"/>
                  <a:pt x="66" y="71"/>
                  <a:pt x="66" y="71"/>
                </a:cubicBezTo>
                <a:cubicBezTo>
                  <a:pt x="57" y="64"/>
                  <a:pt x="49" y="61"/>
                  <a:pt x="40" y="61"/>
                </a:cubicBezTo>
                <a:cubicBezTo>
                  <a:pt x="30" y="61"/>
                  <a:pt x="22" y="64"/>
                  <a:pt x="16" y="71"/>
                </a:cubicBezTo>
                <a:moveTo>
                  <a:pt x="94" y="92"/>
                </a:moveTo>
                <a:cubicBezTo>
                  <a:pt x="96" y="93"/>
                  <a:pt x="98" y="96"/>
                  <a:pt x="99" y="98"/>
                </a:cubicBezTo>
                <a:cubicBezTo>
                  <a:pt x="128" y="69"/>
                  <a:pt x="128" y="69"/>
                  <a:pt x="128" y="69"/>
                </a:cubicBezTo>
                <a:cubicBezTo>
                  <a:pt x="127" y="67"/>
                  <a:pt x="127" y="67"/>
                  <a:pt x="127" y="67"/>
                </a:cubicBezTo>
                <a:cubicBezTo>
                  <a:pt x="93" y="33"/>
                  <a:pt x="93" y="33"/>
                  <a:pt x="93" y="33"/>
                </a:cubicBezTo>
                <a:cubicBezTo>
                  <a:pt x="91" y="32"/>
                  <a:pt x="91" y="32"/>
                  <a:pt x="91" y="32"/>
                </a:cubicBezTo>
                <a:cubicBezTo>
                  <a:pt x="62" y="61"/>
                  <a:pt x="62" y="61"/>
                  <a:pt x="62" y="61"/>
                </a:cubicBezTo>
                <a:cubicBezTo>
                  <a:pt x="66" y="63"/>
                  <a:pt x="67" y="64"/>
                  <a:pt x="69" y="67"/>
                </a:cubicBezTo>
                <a:cubicBezTo>
                  <a:pt x="94" y="92"/>
                  <a:pt x="94" y="92"/>
                  <a:pt x="94" y="92"/>
                </a:cubicBezTo>
                <a:cubicBezTo>
                  <a:pt x="94" y="92"/>
                  <a:pt x="94" y="92"/>
                  <a:pt x="94" y="92"/>
                </a:cubicBezTo>
                <a:close/>
                <a:moveTo>
                  <a:pt x="98" y="8"/>
                </a:moveTo>
                <a:cubicBezTo>
                  <a:pt x="91" y="14"/>
                  <a:pt x="93" y="24"/>
                  <a:pt x="98" y="29"/>
                </a:cubicBezTo>
                <a:cubicBezTo>
                  <a:pt x="131" y="63"/>
                  <a:pt x="131" y="63"/>
                  <a:pt x="131" y="63"/>
                </a:cubicBezTo>
                <a:cubicBezTo>
                  <a:pt x="136" y="69"/>
                  <a:pt x="146" y="69"/>
                  <a:pt x="152" y="63"/>
                </a:cubicBezTo>
                <a:cubicBezTo>
                  <a:pt x="98" y="8"/>
                  <a:pt x="98" y="8"/>
                  <a:pt x="98" y="8"/>
                </a:cubicBezTo>
                <a:cubicBezTo>
                  <a:pt x="98" y="8"/>
                  <a:pt x="98" y="8"/>
                  <a:pt x="98" y="8"/>
                </a:cubicBezTo>
                <a:close/>
                <a:moveTo>
                  <a:pt x="156" y="64"/>
                </a:moveTo>
                <a:cubicBezTo>
                  <a:pt x="156" y="64"/>
                  <a:pt x="156" y="64"/>
                  <a:pt x="156" y="6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33"/>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0" name="Google Shape;230;p33"/>
          <p:cNvPicPr preferRelativeResize="0"/>
          <p:nvPr/>
        </p:nvPicPr>
        <p:blipFill>
          <a:blip r:embed="rId4">
            <a:alphaModFix/>
          </a:blip>
          <a:stretch>
            <a:fillRect/>
          </a:stretch>
        </p:blipFill>
        <p:spPr>
          <a:xfrm>
            <a:off x="187550" y="303750"/>
            <a:ext cx="468925" cy="394354"/>
          </a:xfrm>
          <a:prstGeom prst="rect">
            <a:avLst/>
          </a:prstGeom>
          <a:noFill/>
          <a:ln>
            <a:noFill/>
          </a:ln>
        </p:spPr>
      </p:pic>
      <p:sp>
        <p:nvSpPr>
          <p:cNvPr id="231" name="Google Shape;231;p33"/>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p:nvPr/>
        </p:nvSpPr>
        <p:spPr>
          <a:xfrm>
            <a:off x="11233900" y="5887500"/>
            <a:ext cx="986400" cy="9864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7" name="Google Shape;237;p34"/>
          <p:cNvSpPr txBox="1"/>
          <p:nvPr/>
        </p:nvSpPr>
        <p:spPr>
          <a:xfrm>
            <a:off x="6834351" y="4506789"/>
            <a:ext cx="9381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Nunito Sans"/>
                <a:ea typeface="Nunito Sans"/>
                <a:cs typeface="Nunito Sans"/>
                <a:sym typeface="Nunito Sans"/>
              </a:rPr>
              <a:t>Lorem ipsum</a:t>
            </a:r>
            <a:endParaRPr b="1" i="0" sz="1400" u="none" cap="none" strike="noStrike">
              <a:solidFill>
                <a:srgbClr val="000000"/>
              </a:solidFill>
              <a:latin typeface="Nunito Sans"/>
              <a:ea typeface="Nunito Sans"/>
              <a:cs typeface="Nunito Sans"/>
              <a:sym typeface="Nunito Sans"/>
            </a:endParaRPr>
          </a:p>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Nunito Sans"/>
                <a:ea typeface="Nunito Sans"/>
                <a:cs typeface="Nunito Sans"/>
                <a:sym typeface="Nunito Sans"/>
              </a:rPr>
              <a:t>Dolor</a:t>
            </a:r>
            <a:endParaRPr b="1" i="0" sz="1400" u="none" cap="none" strike="noStrike">
              <a:solidFill>
                <a:srgbClr val="000000"/>
              </a:solidFill>
              <a:latin typeface="Nunito Sans"/>
              <a:ea typeface="Nunito Sans"/>
              <a:cs typeface="Nunito Sans"/>
              <a:sym typeface="Nunito Sans"/>
            </a:endParaRPr>
          </a:p>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Nunito Sans"/>
                <a:ea typeface="Nunito Sans"/>
                <a:cs typeface="Nunito Sans"/>
                <a:sym typeface="Nunito Sans"/>
              </a:rPr>
              <a:t>Sit amet.</a:t>
            </a:r>
            <a:endParaRPr b="1" i="0" sz="1400" u="none" cap="none" strike="noStrike">
              <a:solidFill>
                <a:srgbClr val="000000"/>
              </a:solidFill>
              <a:latin typeface="Nunito Sans"/>
              <a:ea typeface="Nunito Sans"/>
              <a:cs typeface="Nunito Sans"/>
              <a:sym typeface="Nunito Sans"/>
            </a:endParaRPr>
          </a:p>
        </p:txBody>
      </p:sp>
      <p:pic>
        <p:nvPicPr>
          <p:cNvPr id="238" name="Google Shape;238;p34"/>
          <p:cNvPicPr preferRelativeResize="0"/>
          <p:nvPr>
            <p:ph idx="2" type="pic"/>
          </p:nvPr>
        </p:nvPicPr>
        <p:blipFill rotWithShape="1">
          <a:blip r:embed="rId3">
            <a:alphaModFix/>
          </a:blip>
          <a:srcRect b="0" l="17485" r="17491" t="0"/>
          <a:stretch/>
        </p:blipFill>
        <p:spPr>
          <a:xfrm>
            <a:off x="571500" y="971550"/>
            <a:ext cx="4790700" cy="4910400"/>
          </a:xfrm>
          <a:prstGeom prst="roundRect">
            <a:avLst>
              <a:gd fmla="val 0" name="adj"/>
            </a:avLst>
          </a:prstGeom>
          <a:solidFill>
            <a:schemeClr val="lt1"/>
          </a:solidFill>
          <a:ln>
            <a:noFill/>
          </a:ln>
        </p:spPr>
      </p:pic>
      <p:sp>
        <p:nvSpPr>
          <p:cNvPr id="239" name="Google Shape;239;p34"/>
          <p:cNvSpPr/>
          <p:nvPr/>
        </p:nvSpPr>
        <p:spPr>
          <a:xfrm>
            <a:off x="6364725" y="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0" name="Google Shape;240;p34"/>
          <p:cNvSpPr/>
          <p:nvPr/>
        </p:nvSpPr>
        <p:spPr>
          <a:xfrm rot="-1800000">
            <a:off x="6689608" y="2777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34"/>
          <p:cNvSpPr txBox="1"/>
          <p:nvPr/>
        </p:nvSpPr>
        <p:spPr>
          <a:xfrm>
            <a:off x="6834350" y="1338900"/>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Lorem ipsum</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dolot siut met</a:t>
            </a:r>
            <a:endParaRPr sz="3200">
              <a:solidFill>
                <a:srgbClr val="595959"/>
              </a:solidFill>
              <a:latin typeface="Nunito Sans Black"/>
              <a:ea typeface="Nunito Sans Black"/>
              <a:cs typeface="Nunito Sans Black"/>
              <a:sym typeface="Nunito Sans Black"/>
            </a:endParaRPr>
          </a:p>
        </p:txBody>
      </p:sp>
      <p:sp>
        <p:nvSpPr>
          <p:cNvPr id="242" name="Google Shape;242;p34"/>
          <p:cNvSpPr/>
          <p:nvPr/>
        </p:nvSpPr>
        <p:spPr>
          <a:xfrm>
            <a:off x="6834350" y="2770450"/>
            <a:ext cx="4283400" cy="26931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 If you are going to use a passage of Lorem Ipsum, you need to be sure there isn't anything embarrassing hidden in the middle of text.</a:t>
            </a:r>
            <a:endParaRPr i="0" sz="1100" u="none" cap="none" strike="noStrike">
              <a:solidFill>
                <a:schemeClr val="dk1"/>
              </a:solidFill>
              <a:latin typeface="Nunito Sans Medium"/>
              <a:ea typeface="Nunito Sans Medium"/>
              <a:cs typeface="Nunito Sans Medium"/>
              <a:sym typeface="Nunito Sans Medium"/>
            </a:endParaRPr>
          </a:p>
        </p:txBody>
      </p:sp>
      <p:pic>
        <p:nvPicPr>
          <p:cNvPr id="243" name="Google Shape;243;p34"/>
          <p:cNvPicPr preferRelativeResize="0"/>
          <p:nvPr/>
        </p:nvPicPr>
        <p:blipFill>
          <a:blip r:embed="rId4">
            <a:alphaModFix/>
          </a:blip>
          <a:stretch>
            <a:fillRect/>
          </a:stretch>
        </p:blipFill>
        <p:spPr>
          <a:xfrm>
            <a:off x="9571450" y="120549"/>
            <a:ext cx="2417350" cy="738700"/>
          </a:xfrm>
          <a:prstGeom prst="rect">
            <a:avLst/>
          </a:prstGeom>
          <a:noFill/>
          <a:ln>
            <a:noFill/>
          </a:ln>
        </p:spPr>
      </p:pic>
      <p:pic>
        <p:nvPicPr>
          <p:cNvPr id="244" name="Google Shape;244;p34"/>
          <p:cNvPicPr preferRelativeResize="0"/>
          <p:nvPr/>
        </p:nvPicPr>
        <p:blipFill>
          <a:blip r:embed="rId5">
            <a:alphaModFix/>
          </a:blip>
          <a:stretch>
            <a:fillRect/>
          </a:stretch>
        </p:blipFill>
        <p:spPr>
          <a:xfrm>
            <a:off x="11492638" y="6183525"/>
            <a:ext cx="468925" cy="3943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p:nvPr/>
        </p:nvSpPr>
        <p:spPr>
          <a:xfrm>
            <a:off x="4476750" y="2701875"/>
            <a:ext cx="994500" cy="993900"/>
          </a:xfrm>
          <a:prstGeom prst="roundRect">
            <a:avLst>
              <a:gd fmla="val 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p35"/>
          <p:cNvSpPr/>
          <p:nvPr/>
        </p:nvSpPr>
        <p:spPr>
          <a:xfrm>
            <a:off x="5919277" y="959150"/>
            <a:ext cx="34695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1" i="0" lang="en-US" sz="1600" u="none" cap="none" strike="noStrike">
                <a:solidFill>
                  <a:srgbClr val="171616"/>
                </a:solidFill>
                <a:latin typeface="Nunito Sans"/>
                <a:ea typeface="Nunito Sans"/>
                <a:cs typeface="Nunito Sans"/>
                <a:sym typeface="Nunito Sans"/>
              </a:rPr>
              <a:t>WHO START OF COMPANY</a:t>
            </a:r>
            <a:endParaRPr b="1" i="0" sz="1600" u="none" cap="none" strike="noStrike">
              <a:solidFill>
                <a:srgbClr val="171616"/>
              </a:solidFill>
              <a:latin typeface="Nunito Sans"/>
              <a:ea typeface="Nunito Sans"/>
              <a:cs typeface="Nunito Sans"/>
              <a:sym typeface="Nunito Sans"/>
            </a:endParaRPr>
          </a:p>
        </p:txBody>
      </p:sp>
      <p:sp>
        <p:nvSpPr>
          <p:cNvPr id="251" name="Google Shape;251;p35"/>
          <p:cNvSpPr/>
          <p:nvPr/>
        </p:nvSpPr>
        <p:spPr>
          <a:xfrm>
            <a:off x="5913479" y="2936150"/>
            <a:ext cx="29469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800"/>
              <a:buFont typeface="Arial"/>
              <a:buNone/>
            </a:pPr>
            <a:r>
              <a:rPr b="1" lang="en-US" sz="1000">
                <a:solidFill>
                  <a:schemeClr val="dk1"/>
                </a:solidFill>
                <a:latin typeface="Nunito Sans"/>
                <a:ea typeface="Nunito Sans"/>
                <a:cs typeface="Nunito Sans"/>
                <a:sym typeface="Nunito Sans"/>
              </a:rPr>
              <a:t>LOREP  IPSUM DUIS AUTE IRURE  KAUSE</a:t>
            </a:r>
            <a:endParaRPr b="1" sz="1600">
              <a:latin typeface="Nunito Sans"/>
              <a:ea typeface="Nunito Sans"/>
              <a:cs typeface="Nunito Sans"/>
              <a:sym typeface="Nunito Sans"/>
            </a:endParaRPr>
          </a:p>
          <a:p>
            <a:pPr indent="0" lvl="0" marL="0" marR="0" rtl="0" algn="l">
              <a:lnSpc>
                <a:spcPct val="150000"/>
              </a:lnSpc>
              <a:spcBef>
                <a:spcPts val="0"/>
              </a:spcBef>
              <a:spcAft>
                <a:spcPts val="0"/>
              </a:spcAft>
              <a:buClr>
                <a:srgbClr val="000000"/>
              </a:buClr>
              <a:buSzPts val="800"/>
              <a:buFont typeface="Arial"/>
              <a:buNone/>
            </a:pPr>
            <a:r>
              <a:rPr b="1" lang="en-US" sz="1000">
                <a:solidFill>
                  <a:schemeClr val="dk1"/>
                </a:solidFill>
                <a:latin typeface="Nunito Sans"/>
                <a:ea typeface="Nunito Sans"/>
                <a:cs typeface="Nunito Sans"/>
                <a:sym typeface="Nunito Sans"/>
              </a:rPr>
              <a:t>OILUSIOI REPREHENDERITILORES VOLUPTA</a:t>
            </a:r>
            <a:endParaRPr b="1" sz="1000">
              <a:solidFill>
                <a:schemeClr val="dk1"/>
              </a:solidFill>
              <a:latin typeface="Nunito Sans"/>
              <a:ea typeface="Nunito Sans"/>
              <a:cs typeface="Nunito Sans"/>
              <a:sym typeface="Nunito Sans"/>
            </a:endParaRPr>
          </a:p>
        </p:txBody>
      </p:sp>
      <p:pic>
        <p:nvPicPr>
          <p:cNvPr id="252" name="Google Shape;252;p35"/>
          <p:cNvPicPr preferRelativeResize="0"/>
          <p:nvPr>
            <p:ph idx="2" type="pic"/>
          </p:nvPr>
        </p:nvPicPr>
        <p:blipFill rotWithShape="1">
          <a:blip r:embed="rId3">
            <a:alphaModFix/>
          </a:blip>
          <a:srcRect b="0" l="6933" r="6942" t="0"/>
          <a:stretch/>
        </p:blipFill>
        <p:spPr>
          <a:xfrm>
            <a:off x="0" y="3695700"/>
            <a:ext cx="4476900" cy="3162300"/>
          </a:xfrm>
          <a:prstGeom prst="roundRect">
            <a:avLst>
              <a:gd fmla="val 0" name="adj"/>
            </a:avLst>
          </a:prstGeom>
          <a:solidFill>
            <a:schemeClr val="lt1"/>
          </a:solidFill>
          <a:ln>
            <a:noFill/>
          </a:ln>
        </p:spPr>
      </p:pic>
      <p:pic>
        <p:nvPicPr>
          <p:cNvPr id="253" name="Google Shape;253;p35"/>
          <p:cNvPicPr preferRelativeResize="0"/>
          <p:nvPr>
            <p:ph idx="3" type="pic"/>
          </p:nvPr>
        </p:nvPicPr>
        <p:blipFill rotWithShape="1">
          <a:blip r:embed="rId4">
            <a:alphaModFix/>
          </a:blip>
          <a:srcRect b="19249" l="0" r="0" t="19255"/>
          <a:stretch/>
        </p:blipFill>
        <p:spPr>
          <a:xfrm>
            <a:off x="4476750" y="3695700"/>
            <a:ext cx="7715400" cy="3162300"/>
          </a:xfrm>
          <a:prstGeom prst="roundRect">
            <a:avLst>
              <a:gd fmla="val 0" name="adj"/>
            </a:avLst>
          </a:prstGeom>
          <a:solidFill>
            <a:schemeClr val="lt1"/>
          </a:solidFill>
          <a:ln>
            <a:noFill/>
          </a:ln>
        </p:spPr>
      </p:pic>
      <p:sp>
        <p:nvSpPr>
          <p:cNvPr id="254" name="Google Shape;254;p35"/>
          <p:cNvSpPr/>
          <p:nvPr/>
        </p:nvSpPr>
        <p:spPr>
          <a:xfrm>
            <a:off x="543525" y="1864125"/>
            <a:ext cx="3641400" cy="1938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000"/>
              <a:buFont typeface="Arial"/>
              <a:buNone/>
            </a:pPr>
            <a:r>
              <a:rPr i="0" lang="en-US" sz="1500" u="none" cap="none" strike="noStrike">
                <a:solidFill>
                  <a:srgbClr val="014AA0"/>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a:t>
            </a:r>
            <a:r>
              <a:rPr lang="en-US" sz="1500">
                <a:solidFill>
                  <a:srgbClr val="014AA0"/>
                </a:solidFill>
                <a:latin typeface="Nunito Sans Medium"/>
                <a:ea typeface="Nunito Sans Medium"/>
                <a:cs typeface="Nunito Sans Medium"/>
                <a:sym typeface="Nunito Sans Medium"/>
              </a:rPr>
              <a:t>.</a:t>
            </a:r>
            <a:endParaRPr i="0" sz="1500" u="none" cap="none" strike="noStrike">
              <a:solidFill>
                <a:srgbClr val="014AA0"/>
              </a:solidFill>
              <a:latin typeface="Nunito Sans Medium"/>
              <a:ea typeface="Nunito Sans Medium"/>
              <a:cs typeface="Nunito Sans Medium"/>
              <a:sym typeface="Nunito Sans Medium"/>
            </a:endParaRPr>
          </a:p>
        </p:txBody>
      </p:sp>
      <p:sp>
        <p:nvSpPr>
          <p:cNvPr id="255" name="Google Shape;255;p35"/>
          <p:cNvSpPr txBox="1"/>
          <p:nvPr/>
        </p:nvSpPr>
        <p:spPr>
          <a:xfrm>
            <a:off x="557850" y="425750"/>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14AA0"/>
                </a:solidFill>
                <a:latin typeface="Nunito Sans Black"/>
                <a:ea typeface="Nunito Sans Black"/>
                <a:cs typeface="Nunito Sans Black"/>
                <a:sym typeface="Nunito Sans Black"/>
              </a:rPr>
              <a:t>Lorem ipsum</a:t>
            </a:r>
            <a:endParaRPr sz="3200">
              <a:solidFill>
                <a:srgbClr val="014AA0"/>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014AA0"/>
                </a:solidFill>
                <a:latin typeface="Nunito Sans Black"/>
                <a:ea typeface="Nunito Sans Black"/>
                <a:cs typeface="Nunito Sans Black"/>
                <a:sym typeface="Nunito Sans Black"/>
              </a:rPr>
              <a:t>dolot siut met</a:t>
            </a:r>
            <a:endParaRPr sz="3200">
              <a:solidFill>
                <a:srgbClr val="014AA0"/>
              </a:solidFill>
              <a:latin typeface="Nunito Sans Black"/>
              <a:ea typeface="Nunito Sans Black"/>
              <a:cs typeface="Nunito Sans Black"/>
              <a:sym typeface="Nunito Sans Black"/>
            </a:endParaRPr>
          </a:p>
        </p:txBody>
      </p:sp>
      <p:sp>
        <p:nvSpPr>
          <p:cNvPr id="256" name="Google Shape;256;p35"/>
          <p:cNvSpPr/>
          <p:nvPr/>
        </p:nvSpPr>
        <p:spPr>
          <a:xfrm rot="-1800000">
            <a:off x="4805683" y="2983388"/>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35"/>
          <p:cNvSpPr/>
          <p:nvPr/>
        </p:nvSpPr>
        <p:spPr>
          <a:xfrm>
            <a:off x="5919275" y="1436050"/>
            <a:ext cx="3469500" cy="15237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050"/>
              <a:buFont typeface="Poppins"/>
              <a:buNone/>
            </a:pPr>
            <a:r>
              <a:rPr i="0" lang="en-US" sz="1250" u="none" cap="none" strike="noStrike">
                <a:solidFill>
                  <a:schemeClr val="dk1"/>
                </a:solidFill>
                <a:latin typeface="Nunito Sans"/>
                <a:ea typeface="Nunito Sans"/>
                <a:cs typeface="Nunito Sans"/>
                <a:sym typeface="Nunito Sans"/>
              </a:rPr>
              <a:t>There are many variations of passages of Lorem Ipsum available, but the majority have suffered alteration in some form</a:t>
            </a:r>
            <a:r>
              <a:rPr lang="en-US" sz="1250">
                <a:solidFill>
                  <a:schemeClr val="dk1"/>
                </a:solidFill>
                <a:latin typeface="Nunito Sans"/>
                <a:ea typeface="Nunito Sans"/>
                <a:cs typeface="Nunito Sans"/>
                <a:sym typeface="Nunito Sans"/>
              </a:rPr>
              <a:t>.</a:t>
            </a:r>
            <a:endParaRPr i="0" sz="1600" u="none" cap="none" strike="noStrike">
              <a:solidFill>
                <a:srgbClr val="000000"/>
              </a:solidFill>
              <a:latin typeface="Nunito Sans"/>
              <a:ea typeface="Nunito Sans"/>
              <a:cs typeface="Nunito Sans"/>
              <a:sym typeface="Nunito Sans"/>
            </a:endParaRPr>
          </a:p>
        </p:txBody>
      </p:sp>
      <p:pic>
        <p:nvPicPr>
          <p:cNvPr id="258" name="Google Shape;258;p35"/>
          <p:cNvPicPr preferRelativeResize="0"/>
          <p:nvPr/>
        </p:nvPicPr>
        <p:blipFill>
          <a:blip r:embed="rId5">
            <a:alphaModFix/>
          </a:blip>
          <a:stretch>
            <a:fillRect/>
          </a:stretch>
        </p:blipFill>
        <p:spPr>
          <a:xfrm>
            <a:off x="9571450" y="120549"/>
            <a:ext cx="2417350" cy="7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p:nvPr/>
        </p:nvSpPr>
        <p:spPr>
          <a:xfrm>
            <a:off x="1467302" y="4441375"/>
            <a:ext cx="3311100" cy="488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900"/>
              <a:buFont typeface="Arial"/>
              <a:buNone/>
            </a:pPr>
            <a:r>
              <a:rPr i="0" lang="en-US" sz="1300" u="none" cap="none" strike="noStrike">
                <a:solidFill>
                  <a:schemeClr val="dk1"/>
                </a:solidFill>
                <a:latin typeface="Nunito Sans Medium"/>
                <a:ea typeface="Nunito Sans Medium"/>
                <a:cs typeface="Nunito Sans Medium"/>
                <a:sym typeface="Nunito Sans Medium"/>
              </a:rPr>
              <a:t>Lorep  ipsum duis aute irure  kause</a:t>
            </a:r>
            <a:endParaRPr i="0" sz="1800" u="none" cap="none" strike="noStrike">
              <a:solidFill>
                <a:srgbClr val="000000"/>
              </a:solidFill>
              <a:latin typeface="Nunito Sans Medium"/>
              <a:ea typeface="Nunito Sans Medium"/>
              <a:cs typeface="Nunito Sans Medium"/>
              <a:sym typeface="Nunito Sans Medium"/>
            </a:endParaRPr>
          </a:p>
          <a:p>
            <a:pPr indent="0" lvl="0" marL="0" marR="0" rtl="0" algn="l">
              <a:lnSpc>
                <a:spcPct val="150000"/>
              </a:lnSpc>
              <a:spcBef>
                <a:spcPts val="0"/>
              </a:spcBef>
              <a:spcAft>
                <a:spcPts val="0"/>
              </a:spcAft>
              <a:buClr>
                <a:srgbClr val="000000"/>
              </a:buClr>
              <a:buSzPts val="900"/>
              <a:buFont typeface="Arial"/>
              <a:buNone/>
            </a:pPr>
            <a:r>
              <a:rPr i="0" lang="en-US" sz="1300" u="none" cap="none" strike="noStrike">
                <a:solidFill>
                  <a:schemeClr val="dk1"/>
                </a:solidFill>
                <a:latin typeface="Nunito Sans Medium"/>
                <a:ea typeface="Nunito Sans Medium"/>
                <a:cs typeface="Nunito Sans Medium"/>
                <a:sym typeface="Nunito Sans Medium"/>
              </a:rPr>
              <a:t>oilusioi reprehenderitilores volupta</a:t>
            </a:r>
            <a:endParaRPr i="0" sz="1300" u="none" cap="none" strike="noStrike">
              <a:solidFill>
                <a:schemeClr val="dk1"/>
              </a:solidFill>
              <a:latin typeface="Nunito Sans Medium"/>
              <a:ea typeface="Nunito Sans Medium"/>
              <a:cs typeface="Nunito Sans Medium"/>
              <a:sym typeface="Nunito Sans Medium"/>
            </a:endParaRPr>
          </a:p>
        </p:txBody>
      </p:sp>
      <p:sp>
        <p:nvSpPr>
          <p:cNvPr id="264" name="Google Shape;264;p36"/>
          <p:cNvSpPr txBox="1"/>
          <p:nvPr/>
        </p:nvSpPr>
        <p:spPr>
          <a:xfrm>
            <a:off x="1467303" y="4042625"/>
            <a:ext cx="2308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i="0" lang="en-US" u="none" cap="none" strike="noStrike">
                <a:solidFill>
                  <a:schemeClr val="dk1"/>
                </a:solidFill>
                <a:latin typeface="Nunito Sans ExtraBold"/>
                <a:ea typeface="Nunito Sans ExtraBold"/>
                <a:cs typeface="Nunito Sans ExtraBold"/>
                <a:sym typeface="Nunito Sans ExtraBold"/>
              </a:rPr>
              <a:t>TEXT TITTLE HERE</a:t>
            </a:r>
            <a:endParaRPr i="0" sz="1900" u="none" cap="none" strike="noStrike">
              <a:solidFill>
                <a:srgbClr val="000000"/>
              </a:solidFill>
              <a:latin typeface="Nunito Sans ExtraBold"/>
              <a:ea typeface="Nunito Sans ExtraBold"/>
              <a:cs typeface="Nunito Sans ExtraBold"/>
              <a:sym typeface="Nunito Sans ExtraBold"/>
            </a:endParaRPr>
          </a:p>
        </p:txBody>
      </p:sp>
      <p:sp>
        <p:nvSpPr>
          <p:cNvPr id="265" name="Google Shape;265;p36"/>
          <p:cNvSpPr/>
          <p:nvPr/>
        </p:nvSpPr>
        <p:spPr>
          <a:xfrm>
            <a:off x="1467302" y="5839476"/>
            <a:ext cx="3311100" cy="488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900"/>
              <a:buFont typeface="Arial"/>
              <a:buNone/>
            </a:pPr>
            <a:r>
              <a:rPr i="0" lang="en-US" sz="1300" u="none" cap="none" strike="noStrike">
                <a:solidFill>
                  <a:schemeClr val="dk1"/>
                </a:solidFill>
                <a:latin typeface="Nunito Sans Medium"/>
                <a:ea typeface="Nunito Sans Medium"/>
                <a:cs typeface="Nunito Sans Medium"/>
                <a:sym typeface="Nunito Sans Medium"/>
              </a:rPr>
              <a:t>Lorep  ipsum duis aute irure  kause</a:t>
            </a:r>
            <a:endParaRPr i="0" sz="1800" u="none" cap="none" strike="noStrike">
              <a:solidFill>
                <a:srgbClr val="000000"/>
              </a:solidFill>
              <a:latin typeface="Nunito Sans Medium"/>
              <a:ea typeface="Nunito Sans Medium"/>
              <a:cs typeface="Nunito Sans Medium"/>
              <a:sym typeface="Nunito Sans Medium"/>
            </a:endParaRPr>
          </a:p>
          <a:p>
            <a:pPr indent="0" lvl="0" marL="0" marR="0" rtl="0" algn="l">
              <a:lnSpc>
                <a:spcPct val="150000"/>
              </a:lnSpc>
              <a:spcBef>
                <a:spcPts val="0"/>
              </a:spcBef>
              <a:spcAft>
                <a:spcPts val="0"/>
              </a:spcAft>
              <a:buClr>
                <a:srgbClr val="000000"/>
              </a:buClr>
              <a:buSzPts val="900"/>
              <a:buFont typeface="Arial"/>
              <a:buNone/>
            </a:pPr>
            <a:r>
              <a:rPr i="0" lang="en-US" sz="1300" u="none" cap="none" strike="noStrike">
                <a:solidFill>
                  <a:schemeClr val="dk1"/>
                </a:solidFill>
                <a:latin typeface="Nunito Sans Medium"/>
                <a:ea typeface="Nunito Sans Medium"/>
                <a:cs typeface="Nunito Sans Medium"/>
                <a:sym typeface="Nunito Sans Medium"/>
              </a:rPr>
              <a:t>oilusioi reprehenderitilores volupta</a:t>
            </a:r>
            <a:endParaRPr i="0" sz="1300" u="none" cap="none" strike="noStrike">
              <a:solidFill>
                <a:schemeClr val="dk1"/>
              </a:solidFill>
              <a:latin typeface="Nunito Sans Medium"/>
              <a:ea typeface="Nunito Sans Medium"/>
              <a:cs typeface="Nunito Sans Medium"/>
              <a:sym typeface="Nunito Sans Medium"/>
            </a:endParaRPr>
          </a:p>
        </p:txBody>
      </p:sp>
      <p:sp>
        <p:nvSpPr>
          <p:cNvPr id="266" name="Google Shape;266;p36"/>
          <p:cNvSpPr txBox="1"/>
          <p:nvPr/>
        </p:nvSpPr>
        <p:spPr>
          <a:xfrm>
            <a:off x="1467303" y="5440726"/>
            <a:ext cx="2308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i="0" lang="en-US" u="none" cap="none" strike="noStrike">
                <a:solidFill>
                  <a:schemeClr val="dk1"/>
                </a:solidFill>
                <a:latin typeface="Nunito Sans ExtraBold"/>
                <a:ea typeface="Nunito Sans ExtraBold"/>
                <a:cs typeface="Nunito Sans ExtraBold"/>
                <a:sym typeface="Nunito Sans ExtraBold"/>
              </a:rPr>
              <a:t>TEXT TITTLE HERE</a:t>
            </a:r>
            <a:endParaRPr i="0" sz="1900" u="none" cap="none" strike="noStrike">
              <a:solidFill>
                <a:srgbClr val="000000"/>
              </a:solidFill>
              <a:latin typeface="Nunito Sans ExtraBold"/>
              <a:ea typeface="Nunito Sans ExtraBold"/>
              <a:cs typeface="Nunito Sans ExtraBold"/>
              <a:sym typeface="Nunito Sans ExtraBold"/>
            </a:endParaRPr>
          </a:p>
        </p:txBody>
      </p:sp>
      <p:pic>
        <p:nvPicPr>
          <p:cNvPr id="267" name="Google Shape;267;p36"/>
          <p:cNvPicPr preferRelativeResize="0"/>
          <p:nvPr>
            <p:ph idx="2" type="pic"/>
          </p:nvPr>
        </p:nvPicPr>
        <p:blipFill rotWithShape="1">
          <a:blip r:embed="rId3">
            <a:alphaModFix/>
          </a:blip>
          <a:srcRect b="0" l="28552" r="12101" t="0"/>
          <a:stretch/>
        </p:blipFill>
        <p:spPr>
          <a:xfrm>
            <a:off x="6438900" y="521607"/>
            <a:ext cx="5167200" cy="5802900"/>
          </a:xfrm>
          <a:prstGeom prst="roundRect">
            <a:avLst>
              <a:gd fmla="val 0" name="adj"/>
            </a:avLst>
          </a:prstGeom>
          <a:solidFill>
            <a:schemeClr val="lt1"/>
          </a:solidFill>
          <a:ln>
            <a:noFill/>
          </a:ln>
        </p:spPr>
      </p:pic>
      <p:sp>
        <p:nvSpPr>
          <p:cNvPr id="268" name="Google Shape;268;p36"/>
          <p:cNvSpPr txBox="1"/>
          <p:nvPr/>
        </p:nvSpPr>
        <p:spPr>
          <a:xfrm>
            <a:off x="1467300" y="591025"/>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14AA0"/>
                </a:solidFill>
                <a:latin typeface="Nunito Sans Black"/>
                <a:ea typeface="Nunito Sans Black"/>
                <a:cs typeface="Nunito Sans Black"/>
                <a:sym typeface="Nunito Sans Black"/>
              </a:rPr>
              <a:t>Lorem ipsum</a:t>
            </a:r>
            <a:endParaRPr sz="3200">
              <a:solidFill>
                <a:srgbClr val="014AA0"/>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014AA0"/>
                </a:solidFill>
                <a:latin typeface="Nunito Sans Black"/>
                <a:ea typeface="Nunito Sans Black"/>
                <a:cs typeface="Nunito Sans Black"/>
                <a:sym typeface="Nunito Sans Black"/>
              </a:rPr>
              <a:t>dolot siut met</a:t>
            </a:r>
            <a:endParaRPr sz="3200">
              <a:solidFill>
                <a:srgbClr val="014AA0"/>
              </a:solidFill>
              <a:latin typeface="Nunito Sans Black"/>
              <a:ea typeface="Nunito Sans Black"/>
              <a:cs typeface="Nunito Sans Black"/>
              <a:sym typeface="Nunito Sans Black"/>
            </a:endParaRPr>
          </a:p>
        </p:txBody>
      </p:sp>
      <p:sp>
        <p:nvSpPr>
          <p:cNvPr id="269" name="Google Shape;269;p36"/>
          <p:cNvSpPr/>
          <p:nvPr/>
        </p:nvSpPr>
        <p:spPr>
          <a:xfrm>
            <a:off x="1467300" y="2022575"/>
            <a:ext cx="4283400" cy="1716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 If you are going to use a passage of Lorem Ipsum, you need to be sure there isn't anything embarrassing hidden in the middle of text.</a:t>
            </a:r>
            <a:endParaRPr i="0" sz="1100" u="none" cap="none" strike="noStrike">
              <a:solidFill>
                <a:schemeClr val="dk1"/>
              </a:solidFill>
              <a:latin typeface="Nunito Sans Medium"/>
              <a:ea typeface="Nunito Sans Medium"/>
              <a:cs typeface="Nunito Sans Medium"/>
              <a:sym typeface="Nunito Sans Medium"/>
            </a:endParaRPr>
          </a:p>
        </p:txBody>
      </p:sp>
      <p:sp>
        <p:nvSpPr>
          <p:cNvPr id="270" name="Google Shape;270;p36"/>
          <p:cNvSpPr/>
          <p:nvPr/>
        </p:nvSpPr>
        <p:spPr>
          <a:xfrm rot="-1800000">
            <a:off x="5759658" y="5569238"/>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36"/>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2" name="Google Shape;272;p36"/>
          <p:cNvPicPr preferRelativeResize="0"/>
          <p:nvPr/>
        </p:nvPicPr>
        <p:blipFill>
          <a:blip r:embed="rId4">
            <a:alphaModFix/>
          </a:blip>
          <a:stretch>
            <a:fillRect/>
          </a:stretch>
        </p:blipFill>
        <p:spPr>
          <a:xfrm>
            <a:off x="187550" y="303750"/>
            <a:ext cx="468925" cy="394354"/>
          </a:xfrm>
          <a:prstGeom prst="rect">
            <a:avLst/>
          </a:prstGeom>
          <a:noFill/>
          <a:ln>
            <a:noFill/>
          </a:ln>
        </p:spPr>
      </p:pic>
      <p:sp>
        <p:nvSpPr>
          <p:cNvPr id="273" name="Google Shape;273;p36"/>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nvSpPr>
        <p:spPr>
          <a:xfrm>
            <a:off x="3400759" y="508592"/>
            <a:ext cx="53904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rgbClr val="595959"/>
                </a:solidFill>
                <a:latin typeface="Nunito Sans ExtraBold"/>
                <a:ea typeface="Nunito Sans ExtraBold"/>
                <a:cs typeface="Nunito Sans ExtraBold"/>
                <a:sym typeface="Nunito Sans ExtraBold"/>
              </a:rPr>
              <a:t>New Team Company</a:t>
            </a:r>
            <a:endParaRPr>
              <a:solidFill>
                <a:srgbClr val="595959"/>
              </a:solidFill>
              <a:latin typeface="Nunito Sans ExtraBold"/>
              <a:ea typeface="Nunito Sans ExtraBold"/>
              <a:cs typeface="Nunito Sans ExtraBold"/>
              <a:sym typeface="Nunito Sans ExtraBold"/>
            </a:endParaRPr>
          </a:p>
        </p:txBody>
      </p:sp>
      <p:sp>
        <p:nvSpPr>
          <p:cNvPr id="279" name="Google Shape;279;p37"/>
          <p:cNvSpPr/>
          <p:nvPr/>
        </p:nvSpPr>
        <p:spPr>
          <a:xfrm>
            <a:off x="2471850" y="1210825"/>
            <a:ext cx="7552800" cy="5772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rgbClr val="000000"/>
              </a:buClr>
              <a:buSzPts val="1050"/>
              <a:buFont typeface="Arial"/>
              <a:buNone/>
            </a:pPr>
            <a:r>
              <a:rPr i="0" lang="en-US" sz="1250" u="none" cap="none" strike="noStrike">
                <a:solidFill>
                  <a:srgbClr val="171616"/>
                </a:solidFill>
                <a:latin typeface="Nunito Sans Medium"/>
                <a:ea typeface="Nunito Sans Medium"/>
                <a:cs typeface="Nunito Sans Medium"/>
                <a:sym typeface="Nunito Sans Medium"/>
              </a:rPr>
              <a:t>Lorep  ipsum duis aute irure dolor in kauselih oiluek  deriti vols esse cill inure dolorlaboru sit amet. Lorep  ipsum duis aute irure dolor in Lorep  ipsum duis irure dolor in kauselih oiluek  deriti vols</a:t>
            </a:r>
            <a:endParaRPr i="0" sz="1250" u="none" cap="none" strike="noStrike">
              <a:solidFill>
                <a:srgbClr val="171616"/>
              </a:solidFill>
              <a:latin typeface="Nunito Sans Medium"/>
              <a:ea typeface="Nunito Sans Medium"/>
              <a:cs typeface="Nunito Sans Medium"/>
              <a:sym typeface="Nunito Sans Medium"/>
            </a:endParaRPr>
          </a:p>
        </p:txBody>
      </p:sp>
      <p:sp>
        <p:nvSpPr>
          <p:cNvPr id="280" name="Google Shape;280;p37"/>
          <p:cNvSpPr txBox="1"/>
          <p:nvPr/>
        </p:nvSpPr>
        <p:spPr>
          <a:xfrm>
            <a:off x="8725575" y="5769375"/>
            <a:ext cx="12408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i="0" lang="en-US" sz="1150" u="none" cap="none" strike="noStrike">
                <a:solidFill>
                  <a:schemeClr val="dk1"/>
                </a:solidFill>
                <a:latin typeface="Lexend"/>
                <a:ea typeface="Lexend"/>
                <a:cs typeface="Lexend"/>
                <a:sym typeface="Lexend"/>
              </a:rPr>
              <a:t>Slide Designer</a:t>
            </a:r>
            <a:endParaRPr i="0" sz="1150" u="none" cap="none" strike="noStrike">
              <a:solidFill>
                <a:schemeClr val="dk1"/>
              </a:solidFill>
              <a:latin typeface="Lexend"/>
              <a:ea typeface="Lexend"/>
              <a:cs typeface="Lexend"/>
              <a:sym typeface="Lexend"/>
            </a:endParaRPr>
          </a:p>
        </p:txBody>
      </p:sp>
      <p:sp>
        <p:nvSpPr>
          <p:cNvPr id="281" name="Google Shape;281;p37"/>
          <p:cNvSpPr txBox="1"/>
          <p:nvPr/>
        </p:nvSpPr>
        <p:spPr>
          <a:xfrm>
            <a:off x="8577226" y="5461600"/>
            <a:ext cx="15375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i="0" lang="en-US" sz="1600" u="none" cap="none" strike="noStrike">
                <a:solidFill>
                  <a:schemeClr val="dk1"/>
                </a:solidFill>
                <a:latin typeface="Nunito Sans ExtraBold"/>
                <a:ea typeface="Nunito Sans ExtraBold"/>
                <a:cs typeface="Nunito Sans ExtraBold"/>
                <a:sym typeface="Nunito Sans ExtraBold"/>
              </a:rPr>
              <a:t>Yuna Elsa</a:t>
            </a:r>
            <a:endParaRPr i="0" sz="1600" u="none" cap="none" strike="noStrike">
              <a:solidFill>
                <a:srgbClr val="000000"/>
              </a:solidFill>
              <a:latin typeface="Nunito Sans ExtraBold"/>
              <a:ea typeface="Nunito Sans ExtraBold"/>
              <a:cs typeface="Nunito Sans ExtraBold"/>
              <a:sym typeface="Nunito Sans ExtraBold"/>
            </a:endParaRPr>
          </a:p>
        </p:txBody>
      </p:sp>
      <p:sp>
        <p:nvSpPr>
          <p:cNvPr id="282" name="Google Shape;282;p37"/>
          <p:cNvSpPr txBox="1"/>
          <p:nvPr/>
        </p:nvSpPr>
        <p:spPr>
          <a:xfrm>
            <a:off x="5576325" y="5769375"/>
            <a:ext cx="13437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i="0" lang="en-US" sz="1150" u="none" cap="none" strike="noStrike">
                <a:solidFill>
                  <a:schemeClr val="dk1"/>
                </a:solidFill>
                <a:latin typeface="Lexend"/>
                <a:ea typeface="Lexend"/>
                <a:cs typeface="Lexend"/>
                <a:sym typeface="Lexend"/>
              </a:rPr>
              <a:t>Slide Designer</a:t>
            </a:r>
            <a:endParaRPr i="0" sz="1150" u="none" cap="none" strike="noStrike">
              <a:solidFill>
                <a:schemeClr val="dk1"/>
              </a:solidFill>
              <a:latin typeface="Lexend"/>
              <a:ea typeface="Lexend"/>
              <a:cs typeface="Lexend"/>
              <a:sym typeface="Lexend"/>
            </a:endParaRPr>
          </a:p>
        </p:txBody>
      </p:sp>
      <p:sp>
        <p:nvSpPr>
          <p:cNvPr id="283" name="Google Shape;283;p37"/>
          <p:cNvSpPr txBox="1"/>
          <p:nvPr/>
        </p:nvSpPr>
        <p:spPr>
          <a:xfrm>
            <a:off x="5220974" y="5461600"/>
            <a:ext cx="2054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i="0" lang="en-US" sz="1600" u="none" cap="none" strike="noStrike">
                <a:solidFill>
                  <a:schemeClr val="dk1"/>
                </a:solidFill>
                <a:latin typeface="Nunito Sans ExtraBold"/>
                <a:ea typeface="Nunito Sans ExtraBold"/>
                <a:cs typeface="Nunito Sans ExtraBold"/>
                <a:sym typeface="Nunito Sans ExtraBold"/>
              </a:rPr>
              <a:t>Gabi Fannya</a:t>
            </a:r>
            <a:endParaRPr i="0" sz="1600" u="none" cap="none" strike="noStrike">
              <a:solidFill>
                <a:srgbClr val="000000"/>
              </a:solidFill>
              <a:latin typeface="Nunito Sans ExtraBold"/>
              <a:ea typeface="Nunito Sans ExtraBold"/>
              <a:cs typeface="Nunito Sans ExtraBold"/>
              <a:sym typeface="Nunito Sans ExtraBold"/>
            </a:endParaRPr>
          </a:p>
        </p:txBody>
      </p:sp>
      <p:sp>
        <p:nvSpPr>
          <p:cNvPr id="284" name="Google Shape;284;p37"/>
          <p:cNvSpPr txBox="1"/>
          <p:nvPr/>
        </p:nvSpPr>
        <p:spPr>
          <a:xfrm>
            <a:off x="2732724" y="5769372"/>
            <a:ext cx="1343700" cy="26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i="0" lang="en-US" sz="1150" u="none" cap="none" strike="noStrike">
                <a:solidFill>
                  <a:schemeClr val="dk1"/>
                </a:solidFill>
                <a:latin typeface="Lexend"/>
                <a:ea typeface="Lexend"/>
                <a:cs typeface="Lexend"/>
                <a:sym typeface="Lexend"/>
              </a:rPr>
              <a:t>Slide Designer</a:t>
            </a:r>
            <a:endParaRPr i="0" sz="1150" u="none" cap="none" strike="noStrike">
              <a:solidFill>
                <a:schemeClr val="dk1"/>
              </a:solidFill>
              <a:latin typeface="Lexend"/>
              <a:ea typeface="Lexend"/>
              <a:cs typeface="Lexend"/>
              <a:sym typeface="Lexend"/>
            </a:endParaRPr>
          </a:p>
        </p:txBody>
      </p:sp>
      <p:sp>
        <p:nvSpPr>
          <p:cNvPr id="285" name="Google Shape;285;p37"/>
          <p:cNvSpPr txBox="1"/>
          <p:nvPr/>
        </p:nvSpPr>
        <p:spPr>
          <a:xfrm>
            <a:off x="2370323" y="5461600"/>
            <a:ext cx="20685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i="0" lang="en-US" sz="1600" u="none" cap="none" strike="noStrike">
                <a:solidFill>
                  <a:schemeClr val="dk1"/>
                </a:solidFill>
                <a:latin typeface="Nunito Sans ExtraBold"/>
                <a:ea typeface="Nunito Sans ExtraBold"/>
                <a:cs typeface="Nunito Sans ExtraBold"/>
                <a:sym typeface="Nunito Sans ExtraBold"/>
              </a:rPr>
              <a:t>Nattael Vanna</a:t>
            </a:r>
            <a:endParaRPr i="0" sz="1600" u="none" cap="none" strike="noStrike">
              <a:solidFill>
                <a:srgbClr val="000000"/>
              </a:solidFill>
              <a:latin typeface="Nunito Sans ExtraBold"/>
              <a:ea typeface="Nunito Sans ExtraBold"/>
              <a:cs typeface="Nunito Sans ExtraBold"/>
              <a:sym typeface="Nunito Sans ExtraBold"/>
            </a:endParaRPr>
          </a:p>
        </p:txBody>
      </p:sp>
      <p:pic>
        <p:nvPicPr>
          <p:cNvPr id="286" name="Google Shape;286;p37"/>
          <p:cNvPicPr preferRelativeResize="0"/>
          <p:nvPr>
            <p:ph idx="2" type="pic"/>
          </p:nvPr>
        </p:nvPicPr>
        <p:blipFill rotWithShape="1">
          <a:blip r:embed="rId3">
            <a:alphaModFix/>
          </a:blip>
          <a:srcRect b="47865" l="5741" r="75264" t="23339"/>
          <a:stretch/>
        </p:blipFill>
        <p:spPr>
          <a:xfrm>
            <a:off x="1733550" y="2076450"/>
            <a:ext cx="3009900" cy="3040800"/>
          </a:xfrm>
          <a:prstGeom prst="roundRect">
            <a:avLst>
              <a:gd fmla="val 0" name="adj"/>
            </a:avLst>
          </a:prstGeom>
          <a:solidFill>
            <a:schemeClr val="lt1"/>
          </a:solidFill>
          <a:ln>
            <a:noFill/>
          </a:ln>
        </p:spPr>
      </p:pic>
      <p:pic>
        <p:nvPicPr>
          <p:cNvPr id="287" name="Google Shape;287;p37"/>
          <p:cNvPicPr preferRelativeResize="0"/>
          <p:nvPr>
            <p:ph idx="3" type="pic"/>
          </p:nvPr>
        </p:nvPicPr>
        <p:blipFill rotWithShape="1">
          <a:blip r:embed="rId3">
            <a:alphaModFix/>
          </a:blip>
          <a:srcRect b="49272" l="56236" r="24739" t="21889"/>
          <a:stretch/>
        </p:blipFill>
        <p:spPr>
          <a:xfrm>
            <a:off x="4743302" y="2076450"/>
            <a:ext cx="3009900" cy="3040800"/>
          </a:xfrm>
          <a:prstGeom prst="roundRect">
            <a:avLst>
              <a:gd fmla="val 0" name="adj"/>
            </a:avLst>
          </a:prstGeom>
          <a:solidFill>
            <a:schemeClr val="lt1"/>
          </a:solidFill>
          <a:ln>
            <a:noFill/>
          </a:ln>
        </p:spPr>
      </p:pic>
      <p:pic>
        <p:nvPicPr>
          <p:cNvPr id="288" name="Google Shape;288;p37"/>
          <p:cNvPicPr preferRelativeResize="0"/>
          <p:nvPr>
            <p:ph idx="4" type="pic"/>
          </p:nvPr>
        </p:nvPicPr>
        <p:blipFill rotWithShape="1">
          <a:blip r:embed="rId3">
            <a:alphaModFix/>
          </a:blip>
          <a:srcRect b="53561" l="74978" r="7919" t="20513"/>
          <a:stretch/>
        </p:blipFill>
        <p:spPr>
          <a:xfrm>
            <a:off x="7753054" y="2076450"/>
            <a:ext cx="3009900" cy="3040800"/>
          </a:xfrm>
          <a:prstGeom prst="roundRect">
            <a:avLst>
              <a:gd fmla="val 0" name="adj"/>
            </a:avLst>
          </a:prstGeom>
          <a:solidFill>
            <a:schemeClr val="lt1"/>
          </a:solidFill>
          <a:ln>
            <a:noFill/>
          </a:ln>
        </p:spPr>
      </p:pic>
      <p:pic>
        <p:nvPicPr>
          <p:cNvPr id="289" name="Google Shape;289;p37"/>
          <p:cNvPicPr preferRelativeResize="0"/>
          <p:nvPr/>
        </p:nvPicPr>
        <p:blipFill>
          <a:blip r:embed="rId4">
            <a:alphaModFix/>
          </a:blip>
          <a:stretch>
            <a:fillRect/>
          </a:stretch>
        </p:blipFill>
        <p:spPr>
          <a:xfrm>
            <a:off x="9571450" y="120549"/>
            <a:ext cx="2417350" cy="7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p:nvPr/>
        </p:nvSpPr>
        <p:spPr>
          <a:xfrm>
            <a:off x="1555153" y="3276754"/>
            <a:ext cx="2691900" cy="3009600"/>
          </a:xfrm>
          <a:prstGeom prst="roundRect">
            <a:avLst>
              <a:gd fmla="val 0"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95" name="Google Shape;295;p38"/>
          <p:cNvSpPr/>
          <p:nvPr/>
        </p:nvSpPr>
        <p:spPr>
          <a:xfrm>
            <a:off x="4425044" y="3276754"/>
            <a:ext cx="2691900" cy="3009600"/>
          </a:xfrm>
          <a:prstGeom prst="roundRect">
            <a:avLst>
              <a:gd fmla="val 0" name="adj"/>
            </a:avLst>
          </a:prstGeom>
          <a:solidFill>
            <a:srgbClr val="08B2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96" name="Google Shape;296;p38"/>
          <p:cNvSpPr/>
          <p:nvPr/>
        </p:nvSpPr>
        <p:spPr>
          <a:xfrm>
            <a:off x="1938931" y="4387100"/>
            <a:ext cx="1915800" cy="4308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lt1"/>
              </a:buClr>
              <a:buSzPts val="1600"/>
              <a:buFont typeface="Poppins Medium"/>
              <a:buNone/>
            </a:pPr>
            <a:r>
              <a:rPr i="0" lang="en-US" sz="1600" u="none" cap="none" strike="noStrike">
                <a:solidFill>
                  <a:schemeClr val="lt1"/>
                </a:solidFill>
                <a:latin typeface="Nunito Sans ExtraBold"/>
                <a:ea typeface="Nunito Sans ExtraBold"/>
                <a:cs typeface="Nunito Sans ExtraBold"/>
                <a:sym typeface="Nunito Sans ExtraBold"/>
              </a:rPr>
              <a:t>ABOUT SERVICE</a:t>
            </a:r>
            <a:endParaRPr i="0" sz="1600" u="none" cap="none" strike="noStrike">
              <a:solidFill>
                <a:schemeClr val="lt1"/>
              </a:solidFill>
              <a:latin typeface="Nunito Sans ExtraBold"/>
              <a:ea typeface="Nunito Sans ExtraBold"/>
              <a:cs typeface="Nunito Sans ExtraBold"/>
              <a:sym typeface="Nunito Sans ExtraBold"/>
            </a:endParaRPr>
          </a:p>
        </p:txBody>
      </p:sp>
      <p:sp>
        <p:nvSpPr>
          <p:cNvPr id="297" name="Google Shape;297;p38"/>
          <p:cNvSpPr/>
          <p:nvPr/>
        </p:nvSpPr>
        <p:spPr>
          <a:xfrm>
            <a:off x="1715885" y="4877532"/>
            <a:ext cx="23619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chemeClr val="lt1"/>
              </a:buClr>
              <a:buSzPts val="900"/>
              <a:buFont typeface="Poppins"/>
              <a:buNone/>
            </a:pPr>
            <a:r>
              <a:rPr i="0" lang="en-US" sz="1000" u="none" cap="none" strike="noStrike">
                <a:solidFill>
                  <a:schemeClr val="lt1"/>
                </a:solidFill>
                <a:latin typeface="Nunito Sans Medium"/>
                <a:ea typeface="Nunito Sans Medium"/>
                <a:cs typeface="Nunito Sans Medium"/>
                <a:sym typeface="Nunito Sans Medium"/>
              </a:rPr>
              <a:t>All the Lorem Ipsum generators on the Internet tend to repeat predefined chunks as necessary, making this the first true generator on the Internet.</a:t>
            </a:r>
            <a:endParaRPr i="0" sz="1000" u="none" cap="none" strike="noStrike">
              <a:solidFill>
                <a:schemeClr val="lt1"/>
              </a:solidFill>
              <a:latin typeface="Nunito Sans Medium"/>
              <a:ea typeface="Nunito Sans Medium"/>
              <a:cs typeface="Nunito Sans Medium"/>
              <a:sym typeface="Nunito Sans Medium"/>
            </a:endParaRPr>
          </a:p>
        </p:txBody>
      </p:sp>
      <p:sp>
        <p:nvSpPr>
          <p:cNvPr id="298" name="Google Shape;298;p38"/>
          <p:cNvSpPr/>
          <p:nvPr/>
        </p:nvSpPr>
        <p:spPr>
          <a:xfrm>
            <a:off x="4804051" y="4387100"/>
            <a:ext cx="19158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1600"/>
              <a:buFont typeface="Poppins Medium"/>
              <a:buNone/>
            </a:pPr>
            <a:r>
              <a:rPr i="0" lang="en-US" sz="1600" u="none" cap="none" strike="noStrike">
                <a:solidFill>
                  <a:schemeClr val="lt1"/>
                </a:solidFill>
                <a:latin typeface="Nunito Sans ExtraBold"/>
                <a:ea typeface="Nunito Sans ExtraBold"/>
                <a:cs typeface="Nunito Sans ExtraBold"/>
                <a:sym typeface="Nunito Sans ExtraBold"/>
              </a:rPr>
              <a:t>ABOUT SERVICE</a:t>
            </a:r>
            <a:endParaRPr i="0" sz="1600" u="none" cap="none" strike="noStrike">
              <a:solidFill>
                <a:schemeClr val="lt1"/>
              </a:solidFill>
              <a:latin typeface="Nunito Sans ExtraBold"/>
              <a:ea typeface="Nunito Sans ExtraBold"/>
              <a:cs typeface="Nunito Sans ExtraBold"/>
              <a:sym typeface="Nunito Sans ExtraBold"/>
            </a:endParaRPr>
          </a:p>
        </p:txBody>
      </p:sp>
      <p:sp>
        <p:nvSpPr>
          <p:cNvPr id="299" name="Google Shape;299;p38"/>
          <p:cNvSpPr/>
          <p:nvPr/>
        </p:nvSpPr>
        <p:spPr>
          <a:xfrm>
            <a:off x="4581005" y="4877532"/>
            <a:ext cx="2361900" cy="1131000"/>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Clr>
                <a:schemeClr val="dk1"/>
              </a:buClr>
              <a:buSzPts val="900"/>
              <a:buFont typeface="Poppins"/>
              <a:buNone/>
            </a:pPr>
            <a:r>
              <a:rPr i="0" lang="en-US" sz="1000" u="none" cap="none" strike="noStrike">
                <a:solidFill>
                  <a:schemeClr val="lt1"/>
                </a:solidFill>
                <a:latin typeface="Nunito Sans Medium"/>
                <a:ea typeface="Nunito Sans Medium"/>
                <a:cs typeface="Nunito Sans Medium"/>
                <a:sym typeface="Nunito Sans Medium"/>
              </a:rPr>
              <a:t>It uses a dictionary of over 200 Latin words, combined with a handful of model sentence structures, to generate Lorem Ipsum which looks reasonable.</a:t>
            </a:r>
            <a:endParaRPr i="0" sz="1000" u="none" cap="none" strike="noStrike">
              <a:solidFill>
                <a:schemeClr val="lt1"/>
              </a:solidFill>
              <a:latin typeface="Nunito Sans Medium"/>
              <a:ea typeface="Nunito Sans Medium"/>
              <a:cs typeface="Nunito Sans Medium"/>
              <a:sym typeface="Nunito Sans Medium"/>
            </a:endParaRPr>
          </a:p>
        </p:txBody>
      </p:sp>
      <p:pic>
        <p:nvPicPr>
          <p:cNvPr id="300" name="Google Shape;300;p38"/>
          <p:cNvPicPr preferRelativeResize="0"/>
          <p:nvPr>
            <p:ph idx="2" type="pic"/>
          </p:nvPr>
        </p:nvPicPr>
        <p:blipFill rotWithShape="1">
          <a:blip r:embed="rId3">
            <a:alphaModFix/>
          </a:blip>
          <a:srcRect b="14106" l="9592" r="0" t="14106"/>
          <a:stretch/>
        </p:blipFill>
        <p:spPr>
          <a:xfrm>
            <a:off x="7464251" y="0"/>
            <a:ext cx="4727700" cy="2502000"/>
          </a:xfrm>
          <a:prstGeom prst="roundRect">
            <a:avLst>
              <a:gd fmla="val 0" name="adj"/>
            </a:avLst>
          </a:prstGeom>
          <a:solidFill>
            <a:schemeClr val="lt1"/>
          </a:solidFill>
          <a:ln>
            <a:noFill/>
          </a:ln>
        </p:spPr>
      </p:pic>
      <p:sp>
        <p:nvSpPr>
          <p:cNvPr id="301" name="Google Shape;301;p38"/>
          <p:cNvSpPr txBox="1"/>
          <p:nvPr/>
        </p:nvSpPr>
        <p:spPr>
          <a:xfrm>
            <a:off x="1467300" y="591025"/>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Lorem ipsum</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dolot siut met</a:t>
            </a:r>
            <a:endParaRPr sz="3200">
              <a:solidFill>
                <a:srgbClr val="595959"/>
              </a:solidFill>
              <a:latin typeface="Nunito Sans Black"/>
              <a:ea typeface="Nunito Sans Black"/>
              <a:cs typeface="Nunito Sans Black"/>
              <a:sym typeface="Nunito Sans Black"/>
            </a:endParaRPr>
          </a:p>
        </p:txBody>
      </p:sp>
      <p:sp>
        <p:nvSpPr>
          <p:cNvPr id="302" name="Google Shape;302;p38"/>
          <p:cNvSpPr/>
          <p:nvPr/>
        </p:nvSpPr>
        <p:spPr>
          <a:xfrm>
            <a:off x="1467300" y="2022575"/>
            <a:ext cx="5475600" cy="10563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 </a:t>
            </a:r>
            <a:endParaRPr i="0" sz="1100" u="none" cap="none" strike="noStrike">
              <a:solidFill>
                <a:schemeClr val="dk1"/>
              </a:solidFill>
              <a:latin typeface="Nunito Sans Medium"/>
              <a:ea typeface="Nunito Sans Medium"/>
              <a:cs typeface="Nunito Sans Medium"/>
              <a:sym typeface="Nunito Sans Medium"/>
            </a:endParaRPr>
          </a:p>
        </p:txBody>
      </p:sp>
      <p:sp>
        <p:nvSpPr>
          <p:cNvPr id="303" name="Google Shape;303;p38"/>
          <p:cNvSpPr/>
          <p:nvPr/>
        </p:nvSpPr>
        <p:spPr>
          <a:xfrm>
            <a:off x="2686099" y="3646606"/>
            <a:ext cx="421450" cy="499526"/>
          </a:xfrm>
          <a:custGeom>
            <a:rect b="b" l="l" r="r" t="t"/>
            <a:pathLst>
              <a:path extrusionOk="0" h="160" w="135">
                <a:moveTo>
                  <a:pt x="68" y="34"/>
                </a:moveTo>
                <a:cubicBezTo>
                  <a:pt x="46" y="34"/>
                  <a:pt x="26" y="54"/>
                  <a:pt x="26" y="76"/>
                </a:cubicBezTo>
                <a:cubicBezTo>
                  <a:pt x="26" y="88"/>
                  <a:pt x="32" y="100"/>
                  <a:pt x="41" y="107"/>
                </a:cubicBezTo>
                <a:cubicBezTo>
                  <a:pt x="47" y="114"/>
                  <a:pt x="47" y="128"/>
                  <a:pt x="47" y="128"/>
                </a:cubicBezTo>
                <a:cubicBezTo>
                  <a:pt x="47" y="129"/>
                  <a:pt x="47" y="129"/>
                  <a:pt x="47" y="131"/>
                </a:cubicBezTo>
                <a:cubicBezTo>
                  <a:pt x="48" y="131"/>
                  <a:pt x="48" y="131"/>
                  <a:pt x="50" y="131"/>
                </a:cubicBezTo>
                <a:cubicBezTo>
                  <a:pt x="87" y="131"/>
                  <a:pt x="87" y="131"/>
                  <a:pt x="87" y="131"/>
                </a:cubicBezTo>
                <a:cubicBezTo>
                  <a:pt x="88" y="131"/>
                  <a:pt x="88" y="131"/>
                  <a:pt x="88" y="131"/>
                </a:cubicBezTo>
                <a:cubicBezTo>
                  <a:pt x="90" y="129"/>
                  <a:pt x="90" y="129"/>
                  <a:pt x="90" y="128"/>
                </a:cubicBezTo>
                <a:cubicBezTo>
                  <a:pt x="90" y="128"/>
                  <a:pt x="88" y="114"/>
                  <a:pt x="96" y="107"/>
                </a:cubicBezTo>
                <a:cubicBezTo>
                  <a:pt x="104" y="99"/>
                  <a:pt x="109" y="88"/>
                  <a:pt x="109" y="76"/>
                </a:cubicBezTo>
                <a:cubicBezTo>
                  <a:pt x="109" y="54"/>
                  <a:pt x="91" y="34"/>
                  <a:pt x="68" y="34"/>
                </a:cubicBezTo>
                <a:close/>
                <a:moveTo>
                  <a:pt x="92" y="104"/>
                </a:moveTo>
                <a:cubicBezTo>
                  <a:pt x="86" y="110"/>
                  <a:pt x="85" y="121"/>
                  <a:pt x="85" y="126"/>
                </a:cubicBezTo>
                <a:cubicBezTo>
                  <a:pt x="52" y="126"/>
                  <a:pt x="52" y="126"/>
                  <a:pt x="52" y="126"/>
                </a:cubicBezTo>
                <a:cubicBezTo>
                  <a:pt x="52" y="121"/>
                  <a:pt x="51" y="110"/>
                  <a:pt x="45" y="104"/>
                </a:cubicBezTo>
                <a:cubicBezTo>
                  <a:pt x="36" y="97"/>
                  <a:pt x="31" y="87"/>
                  <a:pt x="31" y="76"/>
                </a:cubicBezTo>
                <a:cubicBezTo>
                  <a:pt x="31" y="56"/>
                  <a:pt x="48" y="39"/>
                  <a:pt x="68" y="39"/>
                </a:cubicBezTo>
                <a:cubicBezTo>
                  <a:pt x="88" y="39"/>
                  <a:pt x="104" y="56"/>
                  <a:pt x="104" y="76"/>
                </a:cubicBezTo>
                <a:cubicBezTo>
                  <a:pt x="104" y="87"/>
                  <a:pt x="99" y="97"/>
                  <a:pt x="92" y="104"/>
                </a:cubicBezTo>
                <a:close/>
                <a:moveTo>
                  <a:pt x="68" y="45"/>
                </a:moveTo>
                <a:cubicBezTo>
                  <a:pt x="67" y="45"/>
                  <a:pt x="65" y="46"/>
                  <a:pt x="65" y="47"/>
                </a:cubicBezTo>
                <a:cubicBezTo>
                  <a:pt x="65" y="48"/>
                  <a:pt x="67" y="50"/>
                  <a:pt x="68" y="50"/>
                </a:cubicBezTo>
                <a:cubicBezTo>
                  <a:pt x="84" y="50"/>
                  <a:pt x="96" y="62"/>
                  <a:pt x="96" y="76"/>
                </a:cubicBezTo>
                <a:cubicBezTo>
                  <a:pt x="96" y="78"/>
                  <a:pt x="96" y="79"/>
                  <a:pt x="98" y="79"/>
                </a:cubicBezTo>
                <a:cubicBezTo>
                  <a:pt x="99" y="79"/>
                  <a:pt x="100" y="78"/>
                  <a:pt x="100" y="76"/>
                </a:cubicBezTo>
                <a:cubicBezTo>
                  <a:pt x="100" y="59"/>
                  <a:pt x="86" y="45"/>
                  <a:pt x="68" y="45"/>
                </a:cubicBezTo>
                <a:close/>
                <a:moveTo>
                  <a:pt x="85" y="132"/>
                </a:moveTo>
                <a:cubicBezTo>
                  <a:pt x="51" y="132"/>
                  <a:pt x="51" y="132"/>
                  <a:pt x="51" y="132"/>
                </a:cubicBezTo>
                <a:cubicBezTo>
                  <a:pt x="48" y="132"/>
                  <a:pt x="44" y="136"/>
                  <a:pt x="44" y="140"/>
                </a:cubicBezTo>
                <a:cubicBezTo>
                  <a:pt x="44" y="142"/>
                  <a:pt x="48" y="146"/>
                  <a:pt x="51" y="146"/>
                </a:cubicBezTo>
                <a:cubicBezTo>
                  <a:pt x="85" y="146"/>
                  <a:pt x="85" y="146"/>
                  <a:pt x="85" y="146"/>
                </a:cubicBezTo>
                <a:cubicBezTo>
                  <a:pt x="88" y="146"/>
                  <a:pt x="91" y="142"/>
                  <a:pt x="91" y="140"/>
                </a:cubicBezTo>
                <a:cubicBezTo>
                  <a:pt x="91" y="136"/>
                  <a:pt x="88" y="132"/>
                  <a:pt x="85" y="132"/>
                </a:cubicBezTo>
                <a:close/>
                <a:moveTo>
                  <a:pt x="85" y="140"/>
                </a:moveTo>
                <a:cubicBezTo>
                  <a:pt x="51" y="140"/>
                  <a:pt x="51" y="140"/>
                  <a:pt x="51" y="140"/>
                </a:cubicBezTo>
                <a:cubicBezTo>
                  <a:pt x="50" y="140"/>
                  <a:pt x="50" y="140"/>
                  <a:pt x="50" y="140"/>
                </a:cubicBezTo>
                <a:cubicBezTo>
                  <a:pt x="50" y="138"/>
                  <a:pt x="50" y="138"/>
                  <a:pt x="51" y="138"/>
                </a:cubicBezTo>
                <a:cubicBezTo>
                  <a:pt x="85" y="138"/>
                  <a:pt x="85" y="138"/>
                  <a:pt x="85" y="138"/>
                </a:cubicBezTo>
                <a:cubicBezTo>
                  <a:pt x="85" y="138"/>
                  <a:pt x="86" y="138"/>
                  <a:pt x="86" y="140"/>
                </a:cubicBezTo>
                <a:lnTo>
                  <a:pt x="85" y="140"/>
                </a:lnTo>
                <a:close/>
                <a:moveTo>
                  <a:pt x="80" y="148"/>
                </a:moveTo>
                <a:cubicBezTo>
                  <a:pt x="57" y="148"/>
                  <a:pt x="57" y="148"/>
                  <a:pt x="57" y="148"/>
                </a:cubicBezTo>
                <a:cubicBezTo>
                  <a:pt x="53" y="148"/>
                  <a:pt x="49" y="151"/>
                  <a:pt x="49" y="154"/>
                </a:cubicBezTo>
                <a:cubicBezTo>
                  <a:pt x="49" y="158"/>
                  <a:pt x="53" y="160"/>
                  <a:pt x="57" y="160"/>
                </a:cubicBezTo>
                <a:cubicBezTo>
                  <a:pt x="80" y="160"/>
                  <a:pt x="80" y="160"/>
                  <a:pt x="80" y="160"/>
                </a:cubicBezTo>
                <a:cubicBezTo>
                  <a:pt x="84" y="160"/>
                  <a:pt x="86" y="158"/>
                  <a:pt x="86" y="154"/>
                </a:cubicBezTo>
                <a:cubicBezTo>
                  <a:pt x="86" y="151"/>
                  <a:pt x="84" y="148"/>
                  <a:pt x="80" y="148"/>
                </a:cubicBezTo>
                <a:close/>
                <a:moveTo>
                  <a:pt x="80" y="155"/>
                </a:moveTo>
                <a:cubicBezTo>
                  <a:pt x="57" y="155"/>
                  <a:pt x="57" y="155"/>
                  <a:pt x="57" y="155"/>
                </a:cubicBezTo>
                <a:cubicBezTo>
                  <a:pt x="56" y="155"/>
                  <a:pt x="56" y="155"/>
                  <a:pt x="56" y="154"/>
                </a:cubicBezTo>
                <a:cubicBezTo>
                  <a:pt x="56" y="153"/>
                  <a:pt x="56" y="153"/>
                  <a:pt x="57" y="153"/>
                </a:cubicBezTo>
                <a:cubicBezTo>
                  <a:pt x="80" y="153"/>
                  <a:pt x="80" y="153"/>
                  <a:pt x="80" y="153"/>
                </a:cubicBezTo>
                <a:cubicBezTo>
                  <a:pt x="80" y="153"/>
                  <a:pt x="81" y="153"/>
                  <a:pt x="81" y="154"/>
                </a:cubicBezTo>
                <a:cubicBezTo>
                  <a:pt x="81" y="155"/>
                  <a:pt x="80" y="155"/>
                  <a:pt x="80" y="155"/>
                </a:cubicBezTo>
                <a:close/>
                <a:moveTo>
                  <a:pt x="68" y="22"/>
                </a:moveTo>
                <a:cubicBezTo>
                  <a:pt x="69" y="22"/>
                  <a:pt x="70" y="20"/>
                  <a:pt x="70" y="19"/>
                </a:cubicBezTo>
                <a:cubicBezTo>
                  <a:pt x="70" y="2"/>
                  <a:pt x="70" y="2"/>
                  <a:pt x="70" y="2"/>
                </a:cubicBezTo>
                <a:cubicBezTo>
                  <a:pt x="70" y="1"/>
                  <a:pt x="69" y="0"/>
                  <a:pt x="68" y="0"/>
                </a:cubicBezTo>
                <a:cubicBezTo>
                  <a:pt x="67" y="0"/>
                  <a:pt x="65" y="1"/>
                  <a:pt x="65" y="2"/>
                </a:cubicBezTo>
                <a:cubicBezTo>
                  <a:pt x="65" y="19"/>
                  <a:pt x="65" y="19"/>
                  <a:pt x="65" y="19"/>
                </a:cubicBezTo>
                <a:cubicBezTo>
                  <a:pt x="65" y="20"/>
                  <a:pt x="67" y="22"/>
                  <a:pt x="68" y="22"/>
                </a:cubicBezTo>
                <a:close/>
                <a:moveTo>
                  <a:pt x="107" y="13"/>
                </a:moveTo>
                <a:cubicBezTo>
                  <a:pt x="97" y="26"/>
                  <a:pt x="97" y="26"/>
                  <a:pt x="97" y="26"/>
                </a:cubicBezTo>
                <a:cubicBezTo>
                  <a:pt x="96" y="27"/>
                  <a:pt x="97" y="30"/>
                  <a:pt x="98" y="30"/>
                </a:cubicBezTo>
                <a:cubicBezTo>
                  <a:pt x="98" y="31"/>
                  <a:pt x="98" y="31"/>
                  <a:pt x="99" y="31"/>
                </a:cubicBezTo>
                <a:cubicBezTo>
                  <a:pt x="101" y="31"/>
                  <a:pt x="101" y="30"/>
                  <a:pt x="102" y="30"/>
                </a:cubicBezTo>
                <a:cubicBezTo>
                  <a:pt x="110" y="15"/>
                  <a:pt x="110" y="15"/>
                  <a:pt x="110" y="15"/>
                </a:cubicBezTo>
                <a:cubicBezTo>
                  <a:pt x="112" y="14"/>
                  <a:pt x="112" y="13"/>
                  <a:pt x="110" y="12"/>
                </a:cubicBezTo>
                <a:cubicBezTo>
                  <a:pt x="109" y="10"/>
                  <a:pt x="108" y="12"/>
                  <a:pt x="107" y="13"/>
                </a:cubicBezTo>
                <a:close/>
                <a:moveTo>
                  <a:pt x="38" y="30"/>
                </a:moveTo>
                <a:cubicBezTo>
                  <a:pt x="39" y="30"/>
                  <a:pt x="39" y="30"/>
                  <a:pt x="39" y="30"/>
                </a:cubicBezTo>
                <a:cubicBezTo>
                  <a:pt x="40" y="29"/>
                  <a:pt x="42" y="28"/>
                  <a:pt x="40" y="27"/>
                </a:cubicBezTo>
                <a:cubicBezTo>
                  <a:pt x="30" y="12"/>
                  <a:pt x="30" y="12"/>
                  <a:pt x="30" y="12"/>
                </a:cubicBezTo>
                <a:cubicBezTo>
                  <a:pt x="30" y="10"/>
                  <a:pt x="27" y="10"/>
                  <a:pt x="26" y="10"/>
                </a:cubicBezTo>
                <a:cubicBezTo>
                  <a:pt x="26" y="12"/>
                  <a:pt x="25" y="13"/>
                  <a:pt x="26" y="14"/>
                </a:cubicBezTo>
                <a:cubicBezTo>
                  <a:pt x="35" y="29"/>
                  <a:pt x="35" y="29"/>
                  <a:pt x="35" y="29"/>
                </a:cubicBezTo>
                <a:cubicBezTo>
                  <a:pt x="36" y="30"/>
                  <a:pt x="38" y="30"/>
                  <a:pt x="38" y="30"/>
                </a:cubicBezTo>
                <a:close/>
                <a:moveTo>
                  <a:pt x="19" y="46"/>
                </a:moveTo>
                <a:cubicBezTo>
                  <a:pt x="4" y="39"/>
                  <a:pt x="4" y="39"/>
                  <a:pt x="4" y="39"/>
                </a:cubicBezTo>
                <a:cubicBezTo>
                  <a:pt x="3" y="38"/>
                  <a:pt x="1" y="38"/>
                  <a:pt x="0" y="39"/>
                </a:cubicBezTo>
                <a:cubicBezTo>
                  <a:pt x="0" y="40"/>
                  <a:pt x="0" y="43"/>
                  <a:pt x="1" y="43"/>
                </a:cubicBezTo>
                <a:cubicBezTo>
                  <a:pt x="18" y="50"/>
                  <a:pt x="18" y="50"/>
                  <a:pt x="18" y="50"/>
                </a:cubicBezTo>
                <a:cubicBezTo>
                  <a:pt x="18" y="50"/>
                  <a:pt x="18" y="50"/>
                  <a:pt x="19" y="50"/>
                </a:cubicBezTo>
                <a:cubicBezTo>
                  <a:pt x="19" y="50"/>
                  <a:pt x="20" y="50"/>
                  <a:pt x="20" y="49"/>
                </a:cubicBezTo>
                <a:cubicBezTo>
                  <a:pt x="22" y="48"/>
                  <a:pt x="20" y="47"/>
                  <a:pt x="19" y="46"/>
                </a:cubicBezTo>
                <a:close/>
                <a:moveTo>
                  <a:pt x="134" y="39"/>
                </a:moveTo>
                <a:cubicBezTo>
                  <a:pt x="134" y="38"/>
                  <a:pt x="132" y="38"/>
                  <a:pt x="131" y="39"/>
                </a:cubicBezTo>
                <a:cubicBezTo>
                  <a:pt x="116" y="46"/>
                  <a:pt x="116" y="46"/>
                  <a:pt x="116" y="46"/>
                </a:cubicBezTo>
                <a:cubicBezTo>
                  <a:pt x="115" y="47"/>
                  <a:pt x="115" y="48"/>
                  <a:pt x="115" y="49"/>
                </a:cubicBezTo>
                <a:cubicBezTo>
                  <a:pt x="115" y="50"/>
                  <a:pt x="116" y="50"/>
                  <a:pt x="117" y="50"/>
                </a:cubicBezTo>
                <a:cubicBezTo>
                  <a:pt x="118" y="50"/>
                  <a:pt x="118" y="50"/>
                  <a:pt x="118" y="50"/>
                </a:cubicBezTo>
                <a:cubicBezTo>
                  <a:pt x="133" y="43"/>
                  <a:pt x="133" y="43"/>
                  <a:pt x="133" y="43"/>
                </a:cubicBezTo>
                <a:cubicBezTo>
                  <a:pt x="134" y="43"/>
                  <a:pt x="135" y="40"/>
                  <a:pt x="134" y="3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38"/>
          <p:cNvSpPr/>
          <p:nvPr/>
        </p:nvSpPr>
        <p:spPr>
          <a:xfrm>
            <a:off x="5551224" y="3673081"/>
            <a:ext cx="421450" cy="446546"/>
          </a:xfrm>
          <a:custGeom>
            <a:rect b="b" l="l" r="r" t="t"/>
            <a:pathLst>
              <a:path extrusionOk="0" h="160" w="151">
                <a:moveTo>
                  <a:pt x="130" y="61"/>
                </a:moveTo>
                <a:cubicBezTo>
                  <a:pt x="130" y="55"/>
                  <a:pt x="130" y="55"/>
                  <a:pt x="130" y="55"/>
                </a:cubicBezTo>
                <a:cubicBezTo>
                  <a:pt x="130" y="40"/>
                  <a:pt x="126" y="27"/>
                  <a:pt x="116" y="16"/>
                </a:cubicBezTo>
                <a:cubicBezTo>
                  <a:pt x="106" y="7"/>
                  <a:pt x="93" y="0"/>
                  <a:pt x="79" y="0"/>
                </a:cubicBezTo>
                <a:cubicBezTo>
                  <a:pt x="74" y="0"/>
                  <a:pt x="74" y="0"/>
                  <a:pt x="74" y="0"/>
                </a:cubicBezTo>
                <a:cubicBezTo>
                  <a:pt x="60" y="0"/>
                  <a:pt x="45" y="7"/>
                  <a:pt x="36" y="16"/>
                </a:cubicBezTo>
                <a:cubicBezTo>
                  <a:pt x="26" y="27"/>
                  <a:pt x="21" y="40"/>
                  <a:pt x="21" y="55"/>
                </a:cubicBezTo>
                <a:cubicBezTo>
                  <a:pt x="21" y="61"/>
                  <a:pt x="21" y="61"/>
                  <a:pt x="21" y="61"/>
                </a:cubicBezTo>
                <a:cubicBezTo>
                  <a:pt x="10" y="63"/>
                  <a:pt x="0" y="72"/>
                  <a:pt x="0" y="83"/>
                </a:cubicBezTo>
                <a:cubicBezTo>
                  <a:pt x="0" y="93"/>
                  <a:pt x="0" y="93"/>
                  <a:pt x="0" y="93"/>
                </a:cubicBezTo>
                <a:cubicBezTo>
                  <a:pt x="0" y="104"/>
                  <a:pt x="12" y="115"/>
                  <a:pt x="23" y="115"/>
                </a:cubicBezTo>
                <a:cubicBezTo>
                  <a:pt x="36" y="115"/>
                  <a:pt x="36" y="115"/>
                  <a:pt x="36" y="115"/>
                </a:cubicBezTo>
                <a:cubicBezTo>
                  <a:pt x="37" y="115"/>
                  <a:pt x="39" y="112"/>
                  <a:pt x="39" y="111"/>
                </a:cubicBezTo>
                <a:cubicBezTo>
                  <a:pt x="39" y="66"/>
                  <a:pt x="39" y="66"/>
                  <a:pt x="39" y="66"/>
                </a:cubicBezTo>
                <a:cubicBezTo>
                  <a:pt x="39" y="63"/>
                  <a:pt x="37" y="61"/>
                  <a:pt x="36" y="61"/>
                </a:cubicBezTo>
                <a:cubicBezTo>
                  <a:pt x="29" y="61"/>
                  <a:pt x="29" y="61"/>
                  <a:pt x="29" y="61"/>
                </a:cubicBezTo>
                <a:cubicBezTo>
                  <a:pt x="29" y="55"/>
                  <a:pt x="29" y="55"/>
                  <a:pt x="29" y="55"/>
                </a:cubicBezTo>
                <a:cubicBezTo>
                  <a:pt x="29" y="29"/>
                  <a:pt x="49" y="8"/>
                  <a:pt x="74" y="8"/>
                </a:cubicBezTo>
                <a:cubicBezTo>
                  <a:pt x="79" y="8"/>
                  <a:pt x="79" y="8"/>
                  <a:pt x="79" y="8"/>
                </a:cubicBezTo>
                <a:cubicBezTo>
                  <a:pt x="103" y="8"/>
                  <a:pt x="122" y="29"/>
                  <a:pt x="122" y="55"/>
                </a:cubicBezTo>
                <a:cubicBezTo>
                  <a:pt x="122" y="61"/>
                  <a:pt x="122" y="61"/>
                  <a:pt x="122" y="61"/>
                </a:cubicBezTo>
                <a:cubicBezTo>
                  <a:pt x="117" y="61"/>
                  <a:pt x="117" y="61"/>
                  <a:pt x="117" y="61"/>
                </a:cubicBezTo>
                <a:cubicBezTo>
                  <a:pt x="114" y="61"/>
                  <a:pt x="113" y="63"/>
                  <a:pt x="113" y="66"/>
                </a:cubicBezTo>
                <a:cubicBezTo>
                  <a:pt x="113" y="111"/>
                  <a:pt x="113" y="111"/>
                  <a:pt x="113" y="111"/>
                </a:cubicBezTo>
                <a:cubicBezTo>
                  <a:pt x="113" y="112"/>
                  <a:pt x="114" y="115"/>
                  <a:pt x="117" y="115"/>
                </a:cubicBezTo>
                <a:cubicBezTo>
                  <a:pt x="122" y="115"/>
                  <a:pt x="122" y="115"/>
                  <a:pt x="122" y="115"/>
                </a:cubicBezTo>
                <a:cubicBezTo>
                  <a:pt x="121" y="136"/>
                  <a:pt x="106" y="141"/>
                  <a:pt x="100" y="141"/>
                </a:cubicBezTo>
                <a:cubicBezTo>
                  <a:pt x="98" y="136"/>
                  <a:pt x="92" y="131"/>
                  <a:pt x="87" y="131"/>
                </a:cubicBezTo>
                <a:cubicBezTo>
                  <a:pt x="76" y="131"/>
                  <a:pt x="76" y="131"/>
                  <a:pt x="76" y="131"/>
                </a:cubicBezTo>
                <a:cubicBezTo>
                  <a:pt x="68" y="131"/>
                  <a:pt x="61" y="138"/>
                  <a:pt x="61" y="146"/>
                </a:cubicBezTo>
                <a:cubicBezTo>
                  <a:pt x="61" y="154"/>
                  <a:pt x="68" y="160"/>
                  <a:pt x="76" y="160"/>
                </a:cubicBezTo>
                <a:cubicBezTo>
                  <a:pt x="87" y="160"/>
                  <a:pt x="87" y="160"/>
                  <a:pt x="87" y="160"/>
                </a:cubicBezTo>
                <a:cubicBezTo>
                  <a:pt x="93" y="160"/>
                  <a:pt x="98" y="155"/>
                  <a:pt x="100" y="149"/>
                </a:cubicBezTo>
                <a:cubicBezTo>
                  <a:pt x="103" y="149"/>
                  <a:pt x="108" y="147"/>
                  <a:pt x="114" y="146"/>
                </a:cubicBezTo>
                <a:cubicBezTo>
                  <a:pt x="121" y="141"/>
                  <a:pt x="130" y="131"/>
                  <a:pt x="130" y="115"/>
                </a:cubicBezTo>
                <a:cubicBezTo>
                  <a:pt x="142" y="114"/>
                  <a:pt x="151" y="104"/>
                  <a:pt x="151" y="93"/>
                </a:cubicBezTo>
                <a:cubicBezTo>
                  <a:pt x="151" y="83"/>
                  <a:pt x="151" y="83"/>
                  <a:pt x="151" y="83"/>
                </a:cubicBezTo>
                <a:cubicBezTo>
                  <a:pt x="151" y="72"/>
                  <a:pt x="142" y="63"/>
                  <a:pt x="130" y="61"/>
                </a:cubicBezTo>
                <a:close/>
                <a:moveTo>
                  <a:pt x="31" y="107"/>
                </a:moveTo>
                <a:cubicBezTo>
                  <a:pt x="23" y="107"/>
                  <a:pt x="23" y="107"/>
                  <a:pt x="23" y="107"/>
                </a:cubicBezTo>
                <a:cubicBezTo>
                  <a:pt x="15" y="107"/>
                  <a:pt x="8" y="101"/>
                  <a:pt x="8" y="93"/>
                </a:cubicBezTo>
                <a:cubicBezTo>
                  <a:pt x="8" y="83"/>
                  <a:pt x="8" y="83"/>
                  <a:pt x="8" y="83"/>
                </a:cubicBezTo>
                <a:cubicBezTo>
                  <a:pt x="8" y="75"/>
                  <a:pt x="15" y="69"/>
                  <a:pt x="23" y="69"/>
                </a:cubicBezTo>
                <a:cubicBezTo>
                  <a:pt x="31" y="69"/>
                  <a:pt x="31" y="69"/>
                  <a:pt x="31" y="69"/>
                </a:cubicBezTo>
                <a:cubicBezTo>
                  <a:pt x="31" y="107"/>
                  <a:pt x="31" y="107"/>
                  <a:pt x="31" y="107"/>
                </a:cubicBezTo>
                <a:cubicBezTo>
                  <a:pt x="31" y="107"/>
                  <a:pt x="31" y="107"/>
                  <a:pt x="31" y="107"/>
                </a:cubicBezTo>
                <a:close/>
                <a:moveTo>
                  <a:pt x="87" y="152"/>
                </a:moveTo>
                <a:cubicBezTo>
                  <a:pt x="76" y="152"/>
                  <a:pt x="76" y="152"/>
                  <a:pt x="76" y="152"/>
                </a:cubicBezTo>
                <a:cubicBezTo>
                  <a:pt x="73" y="152"/>
                  <a:pt x="69" y="149"/>
                  <a:pt x="69" y="146"/>
                </a:cubicBezTo>
                <a:cubicBezTo>
                  <a:pt x="69" y="143"/>
                  <a:pt x="73" y="139"/>
                  <a:pt x="76" y="139"/>
                </a:cubicBezTo>
                <a:cubicBezTo>
                  <a:pt x="87" y="139"/>
                  <a:pt x="87" y="139"/>
                  <a:pt x="87" y="139"/>
                </a:cubicBezTo>
                <a:cubicBezTo>
                  <a:pt x="90" y="139"/>
                  <a:pt x="92" y="143"/>
                  <a:pt x="92" y="146"/>
                </a:cubicBezTo>
                <a:cubicBezTo>
                  <a:pt x="92" y="149"/>
                  <a:pt x="90" y="152"/>
                  <a:pt x="87" y="152"/>
                </a:cubicBezTo>
                <a:close/>
                <a:moveTo>
                  <a:pt x="143" y="93"/>
                </a:moveTo>
                <a:cubicBezTo>
                  <a:pt x="143" y="101"/>
                  <a:pt x="137" y="107"/>
                  <a:pt x="129" y="107"/>
                </a:cubicBezTo>
                <a:cubicBezTo>
                  <a:pt x="121" y="107"/>
                  <a:pt x="121" y="107"/>
                  <a:pt x="121" y="107"/>
                </a:cubicBezTo>
                <a:cubicBezTo>
                  <a:pt x="121" y="69"/>
                  <a:pt x="121" y="69"/>
                  <a:pt x="121" y="69"/>
                </a:cubicBezTo>
                <a:cubicBezTo>
                  <a:pt x="129" y="69"/>
                  <a:pt x="129" y="69"/>
                  <a:pt x="129" y="69"/>
                </a:cubicBezTo>
                <a:cubicBezTo>
                  <a:pt x="137" y="69"/>
                  <a:pt x="143" y="75"/>
                  <a:pt x="143" y="83"/>
                </a:cubicBezTo>
                <a:cubicBezTo>
                  <a:pt x="143" y="93"/>
                  <a:pt x="143" y="93"/>
                  <a:pt x="143" y="93"/>
                </a:cubicBezTo>
                <a:cubicBezTo>
                  <a:pt x="143" y="93"/>
                  <a:pt x="143" y="93"/>
                  <a:pt x="143" y="93"/>
                </a:cubicBezTo>
                <a:close/>
                <a:moveTo>
                  <a:pt x="143" y="93"/>
                </a:moveTo>
                <a:cubicBezTo>
                  <a:pt x="143" y="93"/>
                  <a:pt x="143" y="93"/>
                  <a:pt x="143" y="93"/>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305" name="Google Shape;305;p38"/>
          <p:cNvPicPr preferRelativeResize="0"/>
          <p:nvPr>
            <p:ph idx="3" type="pic"/>
          </p:nvPr>
        </p:nvPicPr>
        <p:blipFill rotWithShape="1">
          <a:blip r:embed="rId4">
            <a:alphaModFix/>
          </a:blip>
          <a:srcRect b="0" l="12121" r="12121" t="0"/>
          <a:stretch/>
        </p:blipFill>
        <p:spPr>
          <a:xfrm>
            <a:off x="7464225" y="2692400"/>
            <a:ext cx="4727700" cy="4165500"/>
          </a:xfrm>
          <a:prstGeom prst="roundRect">
            <a:avLst>
              <a:gd fmla="val 0" name="adj"/>
            </a:avLst>
          </a:prstGeom>
          <a:solidFill>
            <a:srgbClr val="FFFFFF"/>
          </a:solidFill>
          <a:ln>
            <a:noFill/>
          </a:ln>
        </p:spPr>
      </p:pic>
      <p:pic>
        <p:nvPicPr>
          <p:cNvPr id="306" name="Google Shape;306;p38"/>
          <p:cNvPicPr preferRelativeResize="0"/>
          <p:nvPr>
            <p:ph idx="3" type="pic"/>
          </p:nvPr>
        </p:nvPicPr>
        <p:blipFill rotWithShape="1">
          <a:blip r:embed="rId5">
            <a:alphaModFix/>
          </a:blip>
          <a:srcRect b="13907" l="33079" r="10732" t="4720"/>
          <a:stretch/>
        </p:blipFill>
        <p:spPr>
          <a:xfrm>
            <a:off x="7464225" y="2692400"/>
            <a:ext cx="4727700" cy="4165500"/>
          </a:xfrm>
          <a:prstGeom prst="roundRect">
            <a:avLst>
              <a:gd fmla="val 0" name="adj"/>
            </a:avLst>
          </a:prstGeom>
          <a:solidFill>
            <a:schemeClr val="lt1"/>
          </a:solidFill>
          <a:ln>
            <a:noFill/>
          </a:ln>
        </p:spPr>
      </p:pic>
      <p:sp>
        <p:nvSpPr>
          <p:cNvPr id="307" name="Google Shape;307;p38"/>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8" name="Google Shape;308;p38"/>
          <p:cNvPicPr preferRelativeResize="0"/>
          <p:nvPr/>
        </p:nvPicPr>
        <p:blipFill>
          <a:blip r:embed="rId6">
            <a:alphaModFix/>
          </a:blip>
          <a:stretch>
            <a:fillRect/>
          </a:stretch>
        </p:blipFill>
        <p:spPr>
          <a:xfrm>
            <a:off x="187550" y="303750"/>
            <a:ext cx="468925" cy="394354"/>
          </a:xfrm>
          <a:prstGeom prst="rect">
            <a:avLst/>
          </a:prstGeom>
          <a:noFill/>
          <a:ln>
            <a:noFill/>
          </a:ln>
        </p:spPr>
      </p:pic>
      <p:sp>
        <p:nvSpPr>
          <p:cNvPr id="309" name="Google Shape;309;p38"/>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9"/>
          <p:cNvSpPr/>
          <p:nvPr/>
        </p:nvSpPr>
        <p:spPr>
          <a:xfrm>
            <a:off x="1387927" y="489856"/>
            <a:ext cx="4673700" cy="5878200"/>
          </a:xfrm>
          <a:prstGeom prst="rect">
            <a:avLst/>
          </a:prstGeom>
          <a:solidFill>
            <a:srgbClr val="014AA0"/>
          </a:solidFill>
          <a:ln>
            <a:noFill/>
          </a:ln>
          <a:effectLst>
            <a:outerShdw blurRad="152400" sx="101000" rotWithShape="0" algn="tl" dir="5100000" dist="38100" sy="101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39"/>
          <p:cNvSpPr/>
          <p:nvPr/>
        </p:nvSpPr>
        <p:spPr>
          <a:xfrm>
            <a:off x="6461128" y="2663371"/>
            <a:ext cx="4545600" cy="1074000"/>
          </a:xfrm>
          <a:prstGeom prst="roundRect">
            <a:avLst>
              <a:gd fmla="val 12015" name="adj"/>
            </a:avLst>
          </a:prstGeom>
          <a:solidFill>
            <a:srgbClr val="014AA0"/>
          </a:solidFill>
          <a:ln>
            <a:noFill/>
          </a:ln>
          <a:effectLst>
            <a:outerShdw blurRad="152400" sx="101000" rotWithShape="0" algn="tl" dir="5100000" dist="38100" sy="101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39"/>
          <p:cNvSpPr/>
          <p:nvPr/>
        </p:nvSpPr>
        <p:spPr>
          <a:xfrm>
            <a:off x="6461128" y="3980099"/>
            <a:ext cx="4545600" cy="1074000"/>
          </a:xfrm>
          <a:prstGeom prst="roundRect">
            <a:avLst>
              <a:gd fmla="val 12015" name="adj"/>
            </a:avLst>
          </a:prstGeom>
          <a:solidFill>
            <a:srgbClr val="08B2E3"/>
          </a:solidFill>
          <a:ln>
            <a:noFill/>
          </a:ln>
          <a:effectLst>
            <a:outerShdw blurRad="152400" sx="101000" rotWithShape="0" algn="tl" dir="5100000" dist="38100" sy="101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39"/>
          <p:cNvSpPr/>
          <p:nvPr/>
        </p:nvSpPr>
        <p:spPr>
          <a:xfrm>
            <a:off x="7404675" y="2928618"/>
            <a:ext cx="3291000" cy="6960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900"/>
              <a:buFont typeface="Arial"/>
              <a:buNone/>
            </a:pPr>
            <a:r>
              <a:rPr i="0" lang="en-US" sz="1000" u="none" cap="none" strike="noStrike">
                <a:solidFill>
                  <a:schemeClr val="lt1"/>
                </a:solidFill>
                <a:latin typeface="Nunito Sans SemiBold"/>
                <a:ea typeface="Nunito Sans SemiBold"/>
                <a:cs typeface="Nunito Sans SemiBold"/>
                <a:sym typeface="Nunito Sans SemiBold"/>
              </a:rPr>
              <a:t>If you are going to use a passage of Lorem Ipsum, you need to be sure there isn't anything embarrassing hidden in the middle of text.</a:t>
            </a:r>
            <a:endParaRPr i="0" sz="1000" u="none" cap="none" strike="noStrike">
              <a:solidFill>
                <a:schemeClr val="lt1"/>
              </a:solidFill>
              <a:latin typeface="Nunito Sans SemiBold"/>
              <a:ea typeface="Nunito Sans SemiBold"/>
              <a:cs typeface="Nunito Sans SemiBold"/>
              <a:sym typeface="Nunito Sans SemiBold"/>
            </a:endParaRPr>
          </a:p>
        </p:txBody>
      </p:sp>
      <p:sp>
        <p:nvSpPr>
          <p:cNvPr id="318" name="Google Shape;318;p39"/>
          <p:cNvSpPr/>
          <p:nvPr/>
        </p:nvSpPr>
        <p:spPr>
          <a:xfrm>
            <a:off x="7320592" y="4169146"/>
            <a:ext cx="3441000" cy="6960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900"/>
              <a:buFont typeface="Arial"/>
              <a:buNone/>
            </a:pPr>
            <a:r>
              <a:rPr i="0" lang="en-US" sz="1000" u="none" cap="none" strike="noStrike">
                <a:solidFill>
                  <a:schemeClr val="lt1"/>
                </a:solidFill>
                <a:latin typeface="Nunito Sans SemiBold"/>
                <a:ea typeface="Nunito Sans SemiBold"/>
                <a:cs typeface="Nunito Sans SemiBold"/>
                <a:sym typeface="Nunito Sans SemiBold"/>
              </a:rPr>
              <a:t>All the Lorem Ipsum generators on the Internet tend to repeat predefined chunks as necessary, making this the first true generator on the Internet.</a:t>
            </a:r>
            <a:endParaRPr i="0" sz="1000" u="none" cap="none" strike="noStrike">
              <a:solidFill>
                <a:schemeClr val="lt1"/>
              </a:solidFill>
              <a:latin typeface="Nunito Sans SemiBold"/>
              <a:ea typeface="Nunito Sans SemiBold"/>
              <a:cs typeface="Nunito Sans SemiBold"/>
              <a:sym typeface="Nunito Sans SemiBold"/>
            </a:endParaRPr>
          </a:p>
        </p:txBody>
      </p:sp>
      <p:sp>
        <p:nvSpPr>
          <p:cNvPr id="319" name="Google Shape;319;p39"/>
          <p:cNvSpPr/>
          <p:nvPr/>
        </p:nvSpPr>
        <p:spPr>
          <a:xfrm>
            <a:off x="1751625" y="5207342"/>
            <a:ext cx="3957000" cy="9939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lt1"/>
                </a:solidFill>
                <a:latin typeface="Nunito Sans"/>
                <a:ea typeface="Nunito Sans"/>
                <a:cs typeface="Nunito Sans"/>
                <a:sym typeface="Nunito Sans"/>
              </a:rPr>
              <a:t>It uses a dictionary of over 200 Latin words, combined with a handful of model sentence structures, to generate Lorem Ipsum which looks reasonable. The generated Lorem Ipsum is therefore always free from repetition, injected humour.</a:t>
            </a:r>
            <a:endParaRPr i="0" sz="1100" u="none" cap="none" strike="noStrike">
              <a:solidFill>
                <a:schemeClr val="lt1"/>
              </a:solidFill>
              <a:latin typeface="Nunito Sans"/>
              <a:ea typeface="Nunito Sans"/>
              <a:cs typeface="Nunito Sans"/>
              <a:sym typeface="Nunito Sans"/>
            </a:endParaRPr>
          </a:p>
        </p:txBody>
      </p:sp>
      <p:sp>
        <p:nvSpPr>
          <p:cNvPr id="320" name="Google Shape;320;p39"/>
          <p:cNvSpPr/>
          <p:nvPr/>
        </p:nvSpPr>
        <p:spPr>
          <a:xfrm>
            <a:off x="6461128" y="5296827"/>
            <a:ext cx="4545600" cy="1074000"/>
          </a:xfrm>
          <a:prstGeom prst="roundRect">
            <a:avLst>
              <a:gd fmla="val 12015" name="adj"/>
            </a:avLst>
          </a:prstGeom>
          <a:solidFill>
            <a:srgbClr val="014AA0"/>
          </a:solidFill>
          <a:ln>
            <a:noFill/>
          </a:ln>
          <a:effectLst>
            <a:outerShdw blurRad="152400" sx="101000" rotWithShape="0" algn="tl" dir="5100000" dist="38100" sy="101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1" name="Google Shape;321;p39"/>
          <p:cNvSpPr/>
          <p:nvPr/>
        </p:nvSpPr>
        <p:spPr>
          <a:xfrm>
            <a:off x="7320592" y="5562074"/>
            <a:ext cx="3441000" cy="6960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900"/>
              <a:buFont typeface="Arial"/>
              <a:buNone/>
            </a:pPr>
            <a:r>
              <a:rPr i="0" lang="en-US" sz="1000" u="none" cap="none" strike="noStrike">
                <a:solidFill>
                  <a:schemeClr val="lt1"/>
                </a:solidFill>
                <a:latin typeface="Nunito Sans SemiBold"/>
                <a:ea typeface="Nunito Sans SemiBold"/>
                <a:cs typeface="Nunito Sans SemiBold"/>
                <a:sym typeface="Nunito Sans SemiBold"/>
              </a:rPr>
              <a:t>All the Lorem Ipsum generators on the Internet tend to repeat predefined chunks as necessary, making this the first true generator on the Internet.</a:t>
            </a:r>
            <a:endParaRPr i="0" sz="1000" u="none" cap="none" strike="noStrike">
              <a:solidFill>
                <a:schemeClr val="lt1"/>
              </a:solidFill>
              <a:latin typeface="Nunito Sans SemiBold"/>
              <a:ea typeface="Nunito Sans SemiBold"/>
              <a:cs typeface="Nunito Sans SemiBold"/>
              <a:sym typeface="Nunito Sans SemiBold"/>
            </a:endParaRPr>
          </a:p>
        </p:txBody>
      </p:sp>
      <p:pic>
        <p:nvPicPr>
          <p:cNvPr id="322" name="Google Shape;322;p39"/>
          <p:cNvPicPr preferRelativeResize="0"/>
          <p:nvPr>
            <p:ph idx="2" type="pic"/>
          </p:nvPr>
        </p:nvPicPr>
        <p:blipFill rotWithShape="1">
          <a:blip r:embed="rId3">
            <a:alphaModFix/>
          </a:blip>
          <a:srcRect b="0" l="5687" r="28940" t="0"/>
          <a:stretch/>
        </p:blipFill>
        <p:spPr>
          <a:xfrm>
            <a:off x="1740920" y="896255"/>
            <a:ext cx="3967500" cy="4045200"/>
          </a:xfrm>
          <a:prstGeom prst="roundRect">
            <a:avLst>
              <a:gd fmla="val 0" name="adj"/>
            </a:avLst>
          </a:prstGeom>
          <a:solidFill>
            <a:schemeClr val="lt1"/>
          </a:solidFill>
          <a:ln>
            <a:noFill/>
          </a:ln>
        </p:spPr>
      </p:pic>
      <p:sp>
        <p:nvSpPr>
          <p:cNvPr id="323" name="Google Shape;323;p39"/>
          <p:cNvSpPr txBox="1"/>
          <p:nvPr/>
        </p:nvSpPr>
        <p:spPr>
          <a:xfrm>
            <a:off x="6443175" y="708050"/>
            <a:ext cx="4673700" cy="18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Lorem ipsum</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dolot siut met</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free from repetition.</a:t>
            </a:r>
            <a:endParaRPr sz="3200">
              <a:solidFill>
                <a:srgbClr val="595959"/>
              </a:solidFill>
              <a:latin typeface="Nunito Sans Black"/>
              <a:ea typeface="Nunito Sans Black"/>
              <a:cs typeface="Nunito Sans Black"/>
              <a:sym typeface="Nunito Sans Black"/>
            </a:endParaRPr>
          </a:p>
        </p:txBody>
      </p:sp>
      <p:sp>
        <p:nvSpPr>
          <p:cNvPr id="324" name="Google Shape;324;p39"/>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5" name="Google Shape;325;p39"/>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326" name="Google Shape;326;p39"/>
          <p:cNvPicPr preferRelativeResize="0"/>
          <p:nvPr/>
        </p:nvPicPr>
        <p:blipFill>
          <a:blip r:embed="rId4">
            <a:alphaModFix/>
          </a:blip>
          <a:stretch>
            <a:fillRect/>
          </a:stretch>
        </p:blipFill>
        <p:spPr>
          <a:xfrm>
            <a:off x="9571450" y="120549"/>
            <a:ext cx="2417350" cy="738700"/>
          </a:xfrm>
          <a:prstGeom prst="rect">
            <a:avLst/>
          </a:prstGeom>
          <a:noFill/>
          <a:ln>
            <a:noFill/>
          </a:ln>
        </p:spPr>
      </p:pic>
      <p:sp>
        <p:nvSpPr>
          <p:cNvPr id="327" name="Google Shape;327;p39"/>
          <p:cNvSpPr/>
          <p:nvPr/>
        </p:nvSpPr>
        <p:spPr>
          <a:xfrm>
            <a:off x="6827049" y="3001872"/>
            <a:ext cx="372050" cy="372050"/>
          </a:xfrm>
          <a:custGeom>
            <a:rect b="b" l="l" r="r" t="t"/>
            <a:pathLst>
              <a:path extrusionOk="0" h="159" w="160">
                <a:moveTo>
                  <a:pt x="29" y="123"/>
                </a:moveTo>
                <a:cubicBezTo>
                  <a:pt x="26" y="123"/>
                  <a:pt x="24" y="123"/>
                  <a:pt x="21" y="124"/>
                </a:cubicBezTo>
                <a:cubicBezTo>
                  <a:pt x="12" y="112"/>
                  <a:pt x="7" y="95"/>
                  <a:pt x="7" y="80"/>
                </a:cubicBezTo>
                <a:cubicBezTo>
                  <a:pt x="7" y="39"/>
                  <a:pt x="39" y="7"/>
                  <a:pt x="80" y="7"/>
                </a:cubicBezTo>
                <a:cubicBezTo>
                  <a:pt x="85" y="7"/>
                  <a:pt x="90" y="7"/>
                  <a:pt x="95" y="8"/>
                </a:cubicBezTo>
                <a:cubicBezTo>
                  <a:pt x="96" y="8"/>
                  <a:pt x="98" y="7"/>
                  <a:pt x="98" y="5"/>
                </a:cubicBezTo>
                <a:cubicBezTo>
                  <a:pt x="98" y="3"/>
                  <a:pt x="97" y="2"/>
                  <a:pt x="96" y="2"/>
                </a:cubicBezTo>
                <a:cubicBezTo>
                  <a:pt x="91" y="1"/>
                  <a:pt x="85" y="0"/>
                  <a:pt x="80" y="0"/>
                </a:cubicBezTo>
                <a:cubicBezTo>
                  <a:pt x="59" y="0"/>
                  <a:pt x="38" y="8"/>
                  <a:pt x="24" y="23"/>
                </a:cubicBezTo>
                <a:cubicBezTo>
                  <a:pt x="8" y="38"/>
                  <a:pt x="0" y="58"/>
                  <a:pt x="0" y="80"/>
                </a:cubicBezTo>
                <a:cubicBezTo>
                  <a:pt x="0" y="98"/>
                  <a:pt x="6" y="115"/>
                  <a:pt x="18" y="129"/>
                </a:cubicBezTo>
                <a:cubicBezTo>
                  <a:pt x="15" y="131"/>
                  <a:pt x="15" y="134"/>
                  <a:pt x="15" y="136"/>
                </a:cubicBezTo>
                <a:cubicBezTo>
                  <a:pt x="15" y="140"/>
                  <a:pt x="17" y="142"/>
                  <a:pt x="19" y="146"/>
                </a:cubicBezTo>
                <a:cubicBezTo>
                  <a:pt x="21" y="148"/>
                  <a:pt x="25" y="149"/>
                  <a:pt x="29" y="149"/>
                </a:cubicBezTo>
                <a:cubicBezTo>
                  <a:pt x="32" y="149"/>
                  <a:pt x="35" y="148"/>
                  <a:pt x="37" y="146"/>
                </a:cubicBezTo>
                <a:cubicBezTo>
                  <a:pt x="39" y="142"/>
                  <a:pt x="42" y="140"/>
                  <a:pt x="42" y="136"/>
                </a:cubicBezTo>
                <a:cubicBezTo>
                  <a:pt x="42" y="132"/>
                  <a:pt x="39" y="129"/>
                  <a:pt x="37" y="126"/>
                </a:cubicBezTo>
                <a:cubicBezTo>
                  <a:pt x="35" y="124"/>
                  <a:pt x="32" y="123"/>
                  <a:pt x="29" y="123"/>
                </a:cubicBezTo>
                <a:close/>
                <a:moveTo>
                  <a:pt x="33" y="141"/>
                </a:moveTo>
                <a:cubicBezTo>
                  <a:pt x="32" y="142"/>
                  <a:pt x="30" y="143"/>
                  <a:pt x="29" y="143"/>
                </a:cubicBezTo>
                <a:cubicBezTo>
                  <a:pt x="26" y="143"/>
                  <a:pt x="25" y="142"/>
                  <a:pt x="24" y="141"/>
                </a:cubicBezTo>
                <a:cubicBezTo>
                  <a:pt x="23" y="140"/>
                  <a:pt x="21" y="137"/>
                  <a:pt x="21" y="136"/>
                </a:cubicBezTo>
                <a:cubicBezTo>
                  <a:pt x="21" y="134"/>
                  <a:pt x="23" y="132"/>
                  <a:pt x="24" y="131"/>
                </a:cubicBezTo>
                <a:cubicBezTo>
                  <a:pt x="25" y="130"/>
                  <a:pt x="26" y="129"/>
                  <a:pt x="29" y="129"/>
                </a:cubicBezTo>
                <a:cubicBezTo>
                  <a:pt x="30" y="129"/>
                  <a:pt x="32" y="130"/>
                  <a:pt x="33" y="131"/>
                </a:cubicBezTo>
                <a:cubicBezTo>
                  <a:pt x="35" y="132"/>
                  <a:pt x="35" y="134"/>
                  <a:pt x="35" y="136"/>
                </a:cubicBezTo>
                <a:cubicBezTo>
                  <a:pt x="35" y="137"/>
                  <a:pt x="35" y="140"/>
                  <a:pt x="33" y="141"/>
                </a:cubicBezTo>
                <a:close/>
                <a:moveTo>
                  <a:pt x="143" y="30"/>
                </a:moveTo>
                <a:cubicBezTo>
                  <a:pt x="145" y="24"/>
                  <a:pt x="145" y="18"/>
                  <a:pt x="141" y="13"/>
                </a:cubicBezTo>
                <a:cubicBezTo>
                  <a:pt x="138" y="11"/>
                  <a:pt x="135" y="10"/>
                  <a:pt x="132" y="10"/>
                </a:cubicBezTo>
                <a:cubicBezTo>
                  <a:pt x="129" y="10"/>
                  <a:pt x="125" y="11"/>
                  <a:pt x="123" y="13"/>
                </a:cubicBezTo>
                <a:cubicBezTo>
                  <a:pt x="120" y="16"/>
                  <a:pt x="119" y="19"/>
                  <a:pt x="119" y="23"/>
                </a:cubicBezTo>
                <a:cubicBezTo>
                  <a:pt x="119" y="27"/>
                  <a:pt x="120" y="29"/>
                  <a:pt x="123" y="31"/>
                </a:cubicBezTo>
                <a:cubicBezTo>
                  <a:pt x="125" y="34"/>
                  <a:pt x="129" y="36"/>
                  <a:pt x="132" y="36"/>
                </a:cubicBezTo>
                <a:cubicBezTo>
                  <a:pt x="133" y="36"/>
                  <a:pt x="136" y="35"/>
                  <a:pt x="138" y="34"/>
                </a:cubicBezTo>
                <a:cubicBezTo>
                  <a:pt x="148" y="47"/>
                  <a:pt x="154" y="63"/>
                  <a:pt x="154" y="79"/>
                </a:cubicBezTo>
                <a:cubicBezTo>
                  <a:pt x="154" y="119"/>
                  <a:pt x="120" y="153"/>
                  <a:pt x="80" y="153"/>
                </a:cubicBezTo>
                <a:cubicBezTo>
                  <a:pt x="76" y="153"/>
                  <a:pt x="71" y="152"/>
                  <a:pt x="66" y="152"/>
                </a:cubicBezTo>
                <a:cubicBezTo>
                  <a:pt x="64" y="150"/>
                  <a:pt x="62" y="152"/>
                  <a:pt x="62" y="154"/>
                </a:cubicBezTo>
                <a:cubicBezTo>
                  <a:pt x="61" y="155"/>
                  <a:pt x="62" y="156"/>
                  <a:pt x="65" y="158"/>
                </a:cubicBezTo>
                <a:cubicBezTo>
                  <a:pt x="70" y="159"/>
                  <a:pt x="74" y="159"/>
                  <a:pt x="80" y="159"/>
                </a:cubicBezTo>
                <a:cubicBezTo>
                  <a:pt x="101" y="159"/>
                  <a:pt x="121" y="150"/>
                  <a:pt x="136" y="136"/>
                </a:cubicBezTo>
                <a:cubicBezTo>
                  <a:pt x="151" y="120"/>
                  <a:pt x="160" y="100"/>
                  <a:pt x="160" y="79"/>
                </a:cubicBezTo>
                <a:cubicBezTo>
                  <a:pt x="160" y="61"/>
                  <a:pt x="154" y="43"/>
                  <a:pt x="143" y="30"/>
                </a:cubicBezTo>
                <a:close/>
                <a:moveTo>
                  <a:pt x="137" y="28"/>
                </a:moveTo>
                <a:cubicBezTo>
                  <a:pt x="136" y="29"/>
                  <a:pt x="133" y="29"/>
                  <a:pt x="132" y="29"/>
                </a:cubicBezTo>
                <a:cubicBezTo>
                  <a:pt x="130" y="29"/>
                  <a:pt x="129" y="29"/>
                  <a:pt x="127" y="28"/>
                </a:cubicBezTo>
                <a:cubicBezTo>
                  <a:pt x="125" y="27"/>
                  <a:pt x="125" y="24"/>
                  <a:pt x="125" y="23"/>
                </a:cubicBezTo>
                <a:cubicBezTo>
                  <a:pt x="125" y="21"/>
                  <a:pt x="125" y="19"/>
                  <a:pt x="127" y="18"/>
                </a:cubicBezTo>
                <a:cubicBezTo>
                  <a:pt x="129" y="17"/>
                  <a:pt x="130" y="16"/>
                  <a:pt x="132" y="16"/>
                </a:cubicBezTo>
                <a:cubicBezTo>
                  <a:pt x="133" y="16"/>
                  <a:pt x="136" y="17"/>
                  <a:pt x="137" y="18"/>
                </a:cubicBezTo>
                <a:cubicBezTo>
                  <a:pt x="139" y="21"/>
                  <a:pt x="139" y="24"/>
                  <a:pt x="137" y="28"/>
                </a:cubicBezTo>
                <a:close/>
                <a:moveTo>
                  <a:pt x="67" y="132"/>
                </a:moveTo>
                <a:cubicBezTo>
                  <a:pt x="67" y="135"/>
                  <a:pt x="68" y="136"/>
                  <a:pt x="71" y="136"/>
                </a:cubicBezTo>
                <a:cubicBezTo>
                  <a:pt x="90" y="136"/>
                  <a:pt x="90" y="136"/>
                  <a:pt x="90" y="136"/>
                </a:cubicBezTo>
                <a:cubicBezTo>
                  <a:pt x="91" y="136"/>
                  <a:pt x="92" y="135"/>
                  <a:pt x="92" y="132"/>
                </a:cubicBezTo>
                <a:cubicBezTo>
                  <a:pt x="92" y="126"/>
                  <a:pt x="92" y="126"/>
                  <a:pt x="92" y="126"/>
                </a:cubicBezTo>
                <a:cubicBezTo>
                  <a:pt x="97" y="125"/>
                  <a:pt x="100" y="124"/>
                  <a:pt x="104" y="121"/>
                </a:cubicBezTo>
                <a:cubicBezTo>
                  <a:pt x="109" y="126"/>
                  <a:pt x="109" y="126"/>
                  <a:pt x="109" y="126"/>
                </a:cubicBezTo>
                <a:cubicBezTo>
                  <a:pt x="110" y="127"/>
                  <a:pt x="110" y="127"/>
                  <a:pt x="110" y="127"/>
                </a:cubicBezTo>
                <a:cubicBezTo>
                  <a:pt x="111" y="127"/>
                  <a:pt x="112" y="126"/>
                  <a:pt x="112" y="126"/>
                </a:cubicBezTo>
                <a:cubicBezTo>
                  <a:pt x="127" y="112"/>
                  <a:pt x="127" y="112"/>
                  <a:pt x="127" y="112"/>
                </a:cubicBezTo>
                <a:cubicBezTo>
                  <a:pt x="128" y="111"/>
                  <a:pt x="128" y="109"/>
                  <a:pt x="127" y="108"/>
                </a:cubicBezTo>
                <a:cubicBezTo>
                  <a:pt x="122" y="103"/>
                  <a:pt x="122" y="103"/>
                  <a:pt x="122" y="103"/>
                </a:cubicBezTo>
                <a:cubicBezTo>
                  <a:pt x="124" y="100"/>
                  <a:pt x="125" y="96"/>
                  <a:pt x="127" y="91"/>
                </a:cubicBezTo>
                <a:cubicBezTo>
                  <a:pt x="133" y="91"/>
                  <a:pt x="133" y="91"/>
                  <a:pt x="133" y="91"/>
                </a:cubicBezTo>
                <a:cubicBezTo>
                  <a:pt x="135" y="91"/>
                  <a:pt x="136" y="90"/>
                  <a:pt x="136" y="89"/>
                </a:cubicBezTo>
                <a:cubicBezTo>
                  <a:pt x="136" y="70"/>
                  <a:pt x="136" y="70"/>
                  <a:pt x="136" y="70"/>
                </a:cubicBezTo>
                <a:cubicBezTo>
                  <a:pt x="136" y="68"/>
                  <a:pt x="135" y="66"/>
                  <a:pt x="133" y="66"/>
                </a:cubicBezTo>
                <a:cubicBezTo>
                  <a:pt x="127" y="66"/>
                  <a:pt x="127" y="66"/>
                  <a:pt x="127" y="66"/>
                </a:cubicBezTo>
                <a:cubicBezTo>
                  <a:pt x="125" y="63"/>
                  <a:pt x="124" y="58"/>
                  <a:pt x="122" y="54"/>
                </a:cubicBezTo>
                <a:cubicBezTo>
                  <a:pt x="127" y="51"/>
                  <a:pt x="127" y="51"/>
                  <a:pt x="127" y="51"/>
                </a:cubicBezTo>
                <a:cubicBezTo>
                  <a:pt x="127" y="50"/>
                  <a:pt x="127" y="50"/>
                  <a:pt x="127" y="48"/>
                </a:cubicBezTo>
                <a:cubicBezTo>
                  <a:pt x="127" y="47"/>
                  <a:pt x="127" y="47"/>
                  <a:pt x="127" y="46"/>
                </a:cubicBezTo>
                <a:cubicBezTo>
                  <a:pt x="112" y="33"/>
                  <a:pt x="112" y="33"/>
                  <a:pt x="112" y="33"/>
                </a:cubicBezTo>
                <a:cubicBezTo>
                  <a:pt x="111" y="32"/>
                  <a:pt x="110" y="32"/>
                  <a:pt x="109" y="33"/>
                </a:cubicBezTo>
                <a:cubicBezTo>
                  <a:pt x="104" y="36"/>
                  <a:pt x="104" y="36"/>
                  <a:pt x="104" y="36"/>
                </a:cubicBezTo>
                <a:cubicBezTo>
                  <a:pt x="100" y="34"/>
                  <a:pt x="97" y="33"/>
                  <a:pt x="92" y="32"/>
                </a:cubicBezTo>
                <a:cubicBezTo>
                  <a:pt x="92" y="26"/>
                  <a:pt x="92" y="26"/>
                  <a:pt x="92" y="26"/>
                </a:cubicBezTo>
                <a:cubicBezTo>
                  <a:pt x="92" y="24"/>
                  <a:pt x="91" y="23"/>
                  <a:pt x="90" y="23"/>
                </a:cubicBezTo>
                <a:cubicBezTo>
                  <a:pt x="71" y="23"/>
                  <a:pt x="71" y="23"/>
                  <a:pt x="71" y="23"/>
                </a:cubicBezTo>
                <a:cubicBezTo>
                  <a:pt x="68" y="23"/>
                  <a:pt x="67" y="24"/>
                  <a:pt x="67" y="26"/>
                </a:cubicBezTo>
                <a:cubicBezTo>
                  <a:pt x="67" y="32"/>
                  <a:pt x="67" y="32"/>
                  <a:pt x="67" y="32"/>
                </a:cubicBezTo>
                <a:cubicBezTo>
                  <a:pt x="64" y="33"/>
                  <a:pt x="59" y="34"/>
                  <a:pt x="55" y="36"/>
                </a:cubicBezTo>
                <a:cubicBezTo>
                  <a:pt x="52" y="33"/>
                  <a:pt x="52" y="33"/>
                  <a:pt x="52" y="33"/>
                </a:cubicBezTo>
                <a:cubicBezTo>
                  <a:pt x="50" y="32"/>
                  <a:pt x="48" y="32"/>
                  <a:pt x="47" y="33"/>
                </a:cubicBezTo>
                <a:cubicBezTo>
                  <a:pt x="34" y="46"/>
                  <a:pt x="34" y="46"/>
                  <a:pt x="34" y="46"/>
                </a:cubicBezTo>
                <a:cubicBezTo>
                  <a:pt x="33" y="47"/>
                  <a:pt x="33" y="47"/>
                  <a:pt x="33" y="48"/>
                </a:cubicBezTo>
                <a:cubicBezTo>
                  <a:pt x="33" y="50"/>
                  <a:pt x="33" y="50"/>
                  <a:pt x="34" y="51"/>
                </a:cubicBezTo>
                <a:cubicBezTo>
                  <a:pt x="37" y="54"/>
                  <a:pt x="37" y="54"/>
                  <a:pt x="37" y="54"/>
                </a:cubicBezTo>
                <a:cubicBezTo>
                  <a:pt x="35" y="58"/>
                  <a:pt x="34" y="63"/>
                  <a:pt x="33" y="66"/>
                </a:cubicBezTo>
                <a:cubicBezTo>
                  <a:pt x="27" y="66"/>
                  <a:pt x="27" y="66"/>
                  <a:pt x="27" y="66"/>
                </a:cubicBezTo>
                <a:cubicBezTo>
                  <a:pt x="25" y="66"/>
                  <a:pt x="24" y="68"/>
                  <a:pt x="24" y="70"/>
                </a:cubicBezTo>
                <a:cubicBezTo>
                  <a:pt x="24" y="89"/>
                  <a:pt x="24" y="89"/>
                  <a:pt x="24" y="89"/>
                </a:cubicBezTo>
                <a:cubicBezTo>
                  <a:pt x="24" y="89"/>
                  <a:pt x="24" y="90"/>
                  <a:pt x="24" y="91"/>
                </a:cubicBezTo>
                <a:cubicBezTo>
                  <a:pt x="25" y="91"/>
                  <a:pt x="25" y="91"/>
                  <a:pt x="27" y="91"/>
                </a:cubicBezTo>
                <a:cubicBezTo>
                  <a:pt x="33" y="91"/>
                  <a:pt x="33" y="91"/>
                  <a:pt x="33" y="91"/>
                </a:cubicBezTo>
                <a:cubicBezTo>
                  <a:pt x="34" y="96"/>
                  <a:pt x="35" y="100"/>
                  <a:pt x="37" y="103"/>
                </a:cubicBezTo>
                <a:cubicBezTo>
                  <a:pt x="34" y="108"/>
                  <a:pt x="34" y="108"/>
                  <a:pt x="34" y="108"/>
                </a:cubicBezTo>
                <a:cubicBezTo>
                  <a:pt x="33" y="109"/>
                  <a:pt x="33" y="111"/>
                  <a:pt x="34" y="112"/>
                </a:cubicBezTo>
                <a:cubicBezTo>
                  <a:pt x="47" y="126"/>
                  <a:pt x="47" y="126"/>
                  <a:pt x="47" y="126"/>
                </a:cubicBezTo>
                <a:cubicBezTo>
                  <a:pt x="48" y="126"/>
                  <a:pt x="48" y="127"/>
                  <a:pt x="49" y="127"/>
                </a:cubicBezTo>
                <a:cubicBezTo>
                  <a:pt x="50" y="127"/>
                  <a:pt x="50" y="126"/>
                  <a:pt x="52" y="126"/>
                </a:cubicBezTo>
                <a:cubicBezTo>
                  <a:pt x="55" y="121"/>
                  <a:pt x="55" y="121"/>
                  <a:pt x="55" y="121"/>
                </a:cubicBezTo>
                <a:cubicBezTo>
                  <a:pt x="59" y="124"/>
                  <a:pt x="64" y="125"/>
                  <a:pt x="67" y="126"/>
                </a:cubicBezTo>
                <a:lnTo>
                  <a:pt x="67" y="132"/>
                </a:lnTo>
                <a:close/>
                <a:moveTo>
                  <a:pt x="56" y="115"/>
                </a:moveTo>
                <a:cubicBezTo>
                  <a:pt x="55" y="114"/>
                  <a:pt x="54" y="114"/>
                  <a:pt x="53" y="115"/>
                </a:cubicBezTo>
                <a:cubicBezTo>
                  <a:pt x="49" y="119"/>
                  <a:pt x="49" y="119"/>
                  <a:pt x="49" y="119"/>
                </a:cubicBezTo>
                <a:cubicBezTo>
                  <a:pt x="40" y="109"/>
                  <a:pt x="40" y="109"/>
                  <a:pt x="40" y="109"/>
                </a:cubicBezTo>
                <a:cubicBezTo>
                  <a:pt x="43" y="106"/>
                  <a:pt x="43" y="106"/>
                  <a:pt x="43" y="106"/>
                </a:cubicBezTo>
                <a:cubicBezTo>
                  <a:pt x="44" y="105"/>
                  <a:pt x="44" y="103"/>
                  <a:pt x="44" y="102"/>
                </a:cubicBezTo>
                <a:cubicBezTo>
                  <a:pt x="41" y="97"/>
                  <a:pt x="40" y="93"/>
                  <a:pt x="39" y="88"/>
                </a:cubicBezTo>
                <a:cubicBezTo>
                  <a:pt x="37" y="87"/>
                  <a:pt x="36" y="85"/>
                  <a:pt x="35" y="85"/>
                </a:cubicBezTo>
                <a:cubicBezTo>
                  <a:pt x="30" y="85"/>
                  <a:pt x="30" y="85"/>
                  <a:pt x="30" y="85"/>
                </a:cubicBezTo>
                <a:cubicBezTo>
                  <a:pt x="30" y="72"/>
                  <a:pt x="30" y="72"/>
                  <a:pt x="30" y="72"/>
                </a:cubicBezTo>
                <a:cubicBezTo>
                  <a:pt x="35" y="72"/>
                  <a:pt x="35" y="72"/>
                  <a:pt x="35" y="72"/>
                </a:cubicBezTo>
                <a:cubicBezTo>
                  <a:pt x="36" y="72"/>
                  <a:pt x="37" y="71"/>
                  <a:pt x="39" y="70"/>
                </a:cubicBezTo>
                <a:cubicBezTo>
                  <a:pt x="40" y="65"/>
                  <a:pt x="41" y="60"/>
                  <a:pt x="44" y="56"/>
                </a:cubicBezTo>
                <a:cubicBezTo>
                  <a:pt x="44" y="54"/>
                  <a:pt x="44" y="53"/>
                  <a:pt x="43" y="52"/>
                </a:cubicBezTo>
                <a:cubicBezTo>
                  <a:pt x="40" y="48"/>
                  <a:pt x="40" y="48"/>
                  <a:pt x="40" y="48"/>
                </a:cubicBezTo>
                <a:cubicBezTo>
                  <a:pt x="49" y="39"/>
                  <a:pt x="49" y="39"/>
                  <a:pt x="49" y="39"/>
                </a:cubicBezTo>
                <a:cubicBezTo>
                  <a:pt x="53" y="42"/>
                  <a:pt x="53" y="42"/>
                  <a:pt x="53" y="42"/>
                </a:cubicBezTo>
                <a:cubicBezTo>
                  <a:pt x="54" y="44"/>
                  <a:pt x="55" y="44"/>
                  <a:pt x="56" y="44"/>
                </a:cubicBezTo>
                <a:cubicBezTo>
                  <a:pt x="61" y="40"/>
                  <a:pt x="66" y="39"/>
                  <a:pt x="71" y="38"/>
                </a:cubicBezTo>
                <a:cubicBezTo>
                  <a:pt x="72" y="38"/>
                  <a:pt x="73" y="35"/>
                  <a:pt x="73" y="34"/>
                </a:cubicBezTo>
                <a:cubicBezTo>
                  <a:pt x="73" y="29"/>
                  <a:pt x="73" y="29"/>
                  <a:pt x="73" y="29"/>
                </a:cubicBezTo>
                <a:cubicBezTo>
                  <a:pt x="86" y="29"/>
                  <a:pt x="86" y="29"/>
                  <a:pt x="86" y="29"/>
                </a:cubicBezTo>
                <a:cubicBezTo>
                  <a:pt x="86" y="34"/>
                  <a:pt x="86" y="34"/>
                  <a:pt x="86" y="34"/>
                </a:cubicBezTo>
                <a:cubicBezTo>
                  <a:pt x="86" y="35"/>
                  <a:pt x="87" y="38"/>
                  <a:pt x="89" y="38"/>
                </a:cubicBezTo>
                <a:cubicBezTo>
                  <a:pt x="93" y="39"/>
                  <a:pt x="98" y="40"/>
                  <a:pt x="103" y="44"/>
                </a:cubicBezTo>
                <a:cubicBezTo>
                  <a:pt x="104" y="44"/>
                  <a:pt x="105" y="44"/>
                  <a:pt x="106" y="42"/>
                </a:cubicBezTo>
                <a:cubicBezTo>
                  <a:pt x="110" y="39"/>
                  <a:pt x="110" y="39"/>
                  <a:pt x="110" y="39"/>
                </a:cubicBezTo>
                <a:cubicBezTo>
                  <a:pt x="119" y="48"/>
                  <a:pt x="119" y="48"/>
                  <a:pt x="119" y="48"/>
                </a:cubicBezTo>
                <a:cubicBezTo>
                  <a:pt x="116" y="52"/>
                  <a:pt x="116" y="52"/>
                  <a:pt x="116" y="52"/>
                </a:cubicBezTo>
                <a:cubicBezTo>
                  <a:pt x="115" y="53"/>
                  <a:pt x="115" y="54"/>
                  <a:pt x="116" y="56"/>
                </a:cubicBezTo>
                <a:cubicBezTo>
                  <a:pt x="118" y="60"/>
                  <a:pt x="121" y="65"/>
                  <a:pt x="122" y="70"/>
                </a:cubicBezTo>
                <a:cubicBezTo>
                  <a:pt x="122" y="71"/>
                  <a:pt x="123" y="72"/>
                  <a:pt x="124" y="72"/>
                </a:cubicBezTo>
                <a:cubicBezTo>
                  <a:pt x="130" y="72"/>
                  <a:pt x="130" y="72"/>
                  <a:pt x="130" y="72"/>
                </a:cubicBezTo>
                <a:cubicBezTo>
                  <a:pt x="130" y="85"/>
                  <a:pt x="130" y="85"/>
                  <a:pt x="130" y="85"/>
                </a:cubicBezTo>
                <a:cubicBezTo>
                  <a:pt x="124" y="85"/>
                  <a:pt x="124" y="85"/>
                  <a:pt x="124" y="85"/>
                </a:cubicBezTo>
                <a:cubicBezTo>
                  <a:pt x="123" y="85"/>
                  <a:pt x="122" y="87"/>
                  <a:pt x="122" y="88"/>
                </a:cubicBezTo>
                <a:cubicBezTo>
                  <a:pt x="121" y="93"/>
                  <a:pt x="118" y="97"/>
                  <a:pt x="116" y="102"/>
                </a:cubicBezTo>
                <a:cubicBezTo>
                  <a:pt x="115" y="103"/>
                  <a:pt x="115" y="105"/>
                  <a:pt x="116" y="106"/>
                </a:cubicBezTo>
                <a:cubicBezTo>
                  <a:pt x="119" y="109"/>
                  <a:pt x="119" y="109"/>
                  <a:pt x="119" y="109"/>
                </a:cubicBezTo>
                <a:cubicBezTo>
                  <a:pt x="110" y="119"/>
                  <a:pt x="110" y="119"/>
                  <a:pt x="110" y="119"/>
                </a:cubicBezTo>
                <a:cubicBezTo>
                  <a:pt x="106" y="115"/>
                  <a:pt x="106" y="115"/>
                  <a:pt x="106" y="115"/>
                </a:cubicBezTo>
                <a:cubicBezTo>
                  <a:pt x="105" y="114"/>
                  <a:pt x="104" y="114"/>
                  <a:pt x="103" y="115"/>
                </a:cubicBezTo>
                <a:cubicBezTo>
                  <a:pt x="98" y="118"/>
                  <a:pt x="93" y="120"/>
                  <a:pt x="89" y="121"/>
                </a:cubicBezTo>
                <a:cubicBezTo>
                  <a:pt x="87" y="121"/>
                  <a:pt x="86" y="123"/>
                  <a:pt x="86" y="124"/>
                </a:cubicBezTo>
                <a:cubicBezTo>
                  <a:pt x="86" y="130"/>
                  <a:pt x="86" y="130"/>
                  <a:pt x="86" y="130"/>
                </a:cubicBezTo>
                <a:cubicBezTo>
                  <a:pt x="73" y="130"/>
                  <a:pt x="73" y="130"/>
                  <a:pt x="73" y="130"/>
                </a:cubicBezTo>
                <a:cubicBezTo>
                  <a:pt x="73" y="124"/>
                  <a:pt x="73" y="124"/>
                  <a:pt x="73" y="124"/>
                </a:cubicBezTo>
                <a:cubicBezTo>
                  <a:pt x="73" y="123"/>
                  <a:pt x="72" y="121"/>
                  <a:pt x="71" y="121"/>
                </a:cubicBezTo>
                <a:cubicBezTo>
                  <a:pt x="66" y="120"/>
                  <a:pt x="61" y="118"/>
                  <a:pt x="56" y="115"/>
                </a:cubicBezTo>
                <a:close/>
                <a:moveTo>
                  <a:pt x="105" y="80"/>
                </a:moveTo>
                <a:cubicBezTo>
                  <a:pt x="105" y="65"/>
                  <a:pt x="93" y="53"/>
                  <a:pt x="80" y="53"/>
                </a:cubicBezTo>
                <a:cubicBezTo>
                  <a:pt x="65" y="53"/>
                  <a:pt x="53" y="65"/>
                  <a:pt x="53" y="80"/>
                </a:cubicBezTo>
                <a:cubicBezTo>
                  <a:pt x="53" y="94"/>
                  <a:pt x="65" y="105"/>
                  <a:pt x="80" y="105"/>
                </a:cubicBezTo>
                <a:cubicBezTo>
                  <a:pt x="93" y="105"/>
                  <a:pt x="105" y="94"/>
                  <a:pt x="105" y="80"/>
                </a:cubicBezTo>
                <a:close/>
                <a:moveTo>
                  <a:pt x="59" y="80"/>
                </a:moveTo>
                <a:cubicBezTo>
                  <a:pt x="59" y="69"/>
                  <a:pt x="69" y="60"/>
                  <a:pt x="80" y="60"/>
                </a:cubicBezTo>
                <a:cubicBezTo>
                  <a:pt x="91" y="60"/>
                  <a:pt x="99" y="69"/>
                  <a:pt x="99" y="80"/>
                </a:cubicBezTo>
                <a:cubicBezTo>
                  <a:pt x="99" y="91"/>
                  <a:pt x="91" y="99"/>
                  <a:pt x="80" y="99"/>
                </a:cubicBezTo>
                <a:cubicBezTo>
                  <a:pt x="69" y="99"/>
                  <a:pt x="59" y="91"/>
                  <a:pt x="59" y="80"/>
                </a:cubicBezTo>
                <a:close/>
                <a:moveTo>
                  <a:pt x="108" y="11"/>
                </a:moveTo>
                <a:cubicBezTo>
                  <a:pt x="109" y="11"/>
                  <a:pt x="110" y="11"/>
                  <a:pt x="110" y="11"/>
                </a:cubicBezTo>
                <a:cubicBezTo>
                  <a:pt x="112" y="9"/>
                  <a:pt x="112" y="8"/>
                  <a:pt x="112" y="8"/>
                </a:cubicBezTo>
                <a:cubicBezTo>
                  <a:pt x="112" y="7"/>
                  <a:pt x="112" y="6"/>
                  <a:pt x="110" y="6"/>
                </a:cubicBezTo>
                <a:cubicBezTo>
                  <a:pt x="110" y="5"/>
                  <a:pt x="109" y="5"/>
                  <a:pt x="108" y="5"/>
                </a:cubicBezTo>
                <a:cubicBezTo>
                  <a:pt x="108" y="5"/>
                  <a:pt x="107" y="5"/>
                  <a:pt x="107" y="6"/>
                </a:cubicBezTo>
                <a:cubicBezTo>
                  <a:pt x="105" y="6"/>
                  <a:pt x="105" y="7"/>
                  <a:pt x="105" y="8"/>
                </a:cubicBezTo>
                <a:cubicBezTo>
                  <a:pt x="105" y="8"/>
                  <a:pt x="105" y="9"/>
                  <a:pt x="107" y="11"/>
                </a:cubicBezTo>
                <a:lnTo>
                  <a:pt x="108" y="11"/>
                </a:lnTo>
                <a:close/>
                <a:moveTo>
                  <a:pt x="51" y="147"/>
                </a:moveTo>
                <a:cubicBezTo>
                  <a:pt x="50" y="147"/>
                  <a:pt x="50" y="148"/>
                  <a:pt x="49" y="148"/>
                </a:cubicBezTo>
                <a:cubicBezTo>
                  <a:pt x="49" y="148"/>
                  <a:pt x="48" y="149"/>
                  <a:pt x="48" y="151"/>
                </a:cubicBezTo>
                <a:cubicBezTo>
                  <a:pt x="48" y="152"/>
                  <a:pt x="49" y="152"/>
                  <a:pt x="49" y="153"/>
                </a:cubicBezTo>
                <a:cubicBezTo>
                  <a:pt x="50" y="153"/>
                  <a:pt x="50" y="153"/>
                  <a:pt x="51" y="153"/>
                </a:cubicBezTo>
                <a:cubicBezTo>
                  <a:pt x="53" y="153"/>
                  <a:pt x="53" y="153"/>
                  <a:pt x="54" y="153"/>
                </a:cubicBezTo>
                <a:cubicBezTo>
                  <a:pt x="54" y="152"/>
                  <a:pt x="55" y="152"/>
                  <a:pt x="55" y="151"/>
                </a:cubicBezTo>
                <a:cubicBezTo>
                  <a:pt x="55" y="149"/>
                  <a:pt x="54" y="148"/>
                  <a:pt x="54" y="148"/>
                </a:cubicBezTo>
                <a:cubicBezTo>
                  <a:pt x="53" y="148"/>
                  <a:pt x="53" y="147"/>
                  <a:pt x="51" y="14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39"/>
          <p:cNvSpPr/>
          <p:nvPr/>
        </p:nvSpPr>
        <p:spPr>
          <a:xfrm>
            <a:off x="6871376" y="4280900"/>
            <a:ext cx="265061" cy="372050"/>
          </a:xfrm>
          <a:custGeom>
            <a:rect b="b" l="l" r="r" t="t"/>
            <a:pathLst>
              <a:path extrusionOk="0" h="160" w="114">
                <a:moveTo>
                  <a:pt x="103" y="64"/>
                </a:moveTo>
                <a:cubicBezTo>
                  <a:pt x="101" y="64"/>
                  <a:pt x="99" y="64"/>
                  <a:pt x="97" y="66"/>
                </a:cubicBezTo>
                <a:cubicBezTo>
                  <a:pt x="97" y="62"/>
                  <a:pt x="97" y="62"/>
                  <a:pt x="97" y="62"/>
                </a:cubicBezTo>
                <a:cubicBezTo>
                  <a:pt x="97" y="58"/>
                  <a:pt x="95" y="54"/>
                  <a:pt x="93" y="54"/>
                </a:cubicBezTo>
                <a:cubicBezTo>
                  <a:pt x="89" y="52"/>
                  <a:pt x="84" y="52"/>
                  <a:pt x="82" y="54"/>
                </a:cubicBezTo>
                <a:cubicBezTo>
                  <a:pt x="82" y="49"/>
                  <a:pt x="78" y="45"/>
                  <a:pt x="76" y="45"/>
                </a:cubicBezTo>
                <a:cubicBezTo>
                  <a:pt x="72" y="43"/>
                  <a:pt x="70" y="43"/>
                  <a:pt x="65" y="45"/>
                </a:cubicBezTo>
                <a:cubicBezTo>
                  <a:pt x="65" y="41"/>
                  <a:pt x="65" y="41"/>
                  <a:pt x="65" y="41"/>
                </a:cubicBezTo>
                <a:cubicBezTo>
                  <a:pt x="72" y="37"/>
                  <a:pt x="76" y="30"/>
                  <a:pt x="76" y="22"/>
                </a:cubicBezTo>
                <a:cubicBezTo>
                  <a:pt x="76" y="11"/>
                  <a:pt x="68" y="0"/>
                  <a:pt x="55" y="0"/>
                </a:cubicBezTo>
                <a:cubicBezTo>
                  <a:pt x="44" y="0"/>
                  <a:pt x="34" y="11"/>
                  <a:pt x="34" y="22"/>
                </a:cubicBezTo>
                <a:cubicBezTo>
                  <a:pt x="34" y="30"/>
                  <a:pt x="38" y="37"/>
                  <a:pt x="44" y="41"/>
                </a:cubicBezTo>
                <a:cubicBezTo>
                  <a:pt x="44" y="84"/>
                  <a:pt x="44" y="84"/>
                  <a:pt x="44" y="84"/>
                </a:cubicBezTo>
                <a:cubicBezTo>
                  <a:pt x="44" y="92"/>
                  <a:pt x="44" y="92"/>
                  <a:pt x="44" y="92"/>
                </a:cubicBezTo>
                <a:cubicBezTo>
                  <a:pt x="44" y="94"/>
                  <a:pt x="42" y="94"/>
                  <a:pt x="42" y="94"/>
                </a:cubicBezTo>
                <a:cubicBezTo>
                  <a:pt x="40" y="94"/>
                  <a:pt x="40" y="94"/>
                  <a:pt x="40" y="94"/>
                </a:cubicBezTo>
                <a:cubicBezTo>
                  <a:pt x="34" y="88"/>
                  <a:pt x="34" y="88"/>
                  <a:pt x="34" y="88"/>
                </a:cubicBezTo>
                <a:cubicBezTo>
                  <a:pt x="29" y="79"/>
                  <a:pt x="17" y="66"/>
                  <a:pt x="10" y="66"/>
                </a:cubicBezTo>
                <a:cubicBezTo>
                  <a:pt x="6" y="66"/>
                  <a:pt x="2" y="69"/>
                  <a:pt x="0" y="73"/>
                </a:cubicBezTo>
                <a:cubicBezTo>
                  <a:pt x="0" y="77"/>
                  <a:pt x="0" y="79"/>
                  <a:pt x="4" y="84"/>
                </a:cubicBezTo>
                <a:cubicBezTo>
                  <a:pt x="8" y="88"/>
                  <a:pt x="19" y="107"/>
                  <a:pt x="23" y="120"/>
                </a:cubicBezTo>
                <a:cubicBezTo>
                  <a:pt x="27" y="128"/>
                  <a:pt x="36" y="137"/>
                  <a:pt x="40" y="141"/>
                </a:cubicBezTo>
                <a:cubicBezTo>
                  <a:pt x="44" y="145"/>
                  <a:pt x="44" y="148"/>
                  <a:pt x="44" y="152"/>
                </a:cubicBezTo>
                <a:cubicBezTo>
                  <a:pt x="44" y="156"/>
                  <a:pt x="48" y="160"/>
                  <a:pt x="53" y="160"/>
                </a:cubicBezTo>
                <a:cubicBezTo>
                  <a:pt x="95" y="160"/>
                  <a:pt x="95" y="160"/>
                  <a:pt x="95" y="160"/>
                </a:cubicBezTo>
                <a:cubicBezTo>
                  <a:pt x="99" y="160"/>
                  <a:pt x="103" y="156"/>
                  <a:pt x="103" y="152"/>
                </a:cubicBezTo>
                <a:cubicBezTo>
                  <a:pt x="103" y="145"/>
                  <a:pt x="103" y="145"/>
                  <a:pt x="103" y="145"/>
                </a:cubicBezTo>
                <a:cubicBezTo>
                  <a:pt x="103" y="143"/>
                  <a:pt x="103" y="143"/>
                  <a:pt x="103" y="143"/>
                </a:cubicBezTo>
                <a:cubicBezTo>
                  <a:pt x="114" y="133"/>
                  <a:pt x="114" y="118"/>
                  <a:pt x="114" y="118"/>
                </a:cubicBezTo>
                <a:cubicBezTo>
                  <a:pt x="114" y="75"/>
                  <a:pt x="114" y="75"/>
                  <a:pt x="114" y="75"/>
                </a:cubicBezTo>
                <a:cubicBezTo>
                  <a:pt x="114" y="71"/>
                  <a:pt x="110" y="64"/>
                  <a:pt x="103" y="64"/>
                </a:cubicBezTo>
                <a:close/>
                <a:moveTo>
                  <a:pt x="40" y="22"/>
                </a:moveTo>
                <a:cubicBezTo>
                  <a:pt x="40" y="13"/>
                  <a:pt x="46" y="7"/>
                  <a:pt x="55" y="7"/>
                </a:cubicBezTo>
                <a:cubicBezTo>
                  <a:pt x="63" y="7"/>
                  <a:pt x="72" y="13"/>
                  <a:pt x="72" y="22"/>
                </a:cubicBezTo>
                <a:cubicBezTo>
                  <a:pt x="72" y="26"/>
                  <a:pt x="70" y="30"/>
                  <a:pt x="65" y="34"/>
                </a:cubicBezTo>
                <a:cubicBezTo>
                  <a:pt x="65" y="22"/>
                  <a:pt x="65" y="22"/>
                  <a:pt x="65" y="22"/>
                </a:cubicBezTo>
                <a:cubicBezTo>
                  <a:pt x="65" y="15"/>
                  <a:pt x="61" y="11"/>
                  <a:pt x="55" y="11"/>
                </a:cubicBezTo>
                <a:cubicBezTo>
                  <a:pt x="48" y="11"/>
                  <a:pt x="44" y="15"/>
                  <a:pt x="44" y="22"/>
                </a:cubicBezTo>
                <a:cubicBezTo>
                  <a:pt x="44" y="34"/>
                  <a:pt x="44" y="34"/>
                  <a:pt x="44" y="34"/>
                </a:cubicBezTo>
                <a:cubicBezTo>
                  <a:pt x="42" y="30"/>
                  <a:pt x="40" y="26"/>
                  <a:pt x="40" y="22"/>
                </a:cubicBezTo>
                <a:close/>
                <a:moveTo>
                  <a:pt x="108" y="118"/>
                </a:moveTo>
                <a:cubicBezTo>
                  <a:pt x="108" y="118"/>
                  <a:pt x="108" y="130"/>
                  <a:pt x="99" y="139"/>
                </a:cubicBezTo>
                <a:cubicBezTo>
                  <a:pt x="99" y="141"/>
                  <a:pt x="97" y="143"/>
                  <a:pt x="97" y="145"/>
                </a:cubicBezTo>
                <a:cubicBezTo>
                  <a:pt x="97" y="152"/>
                  <a:pt x="97" y="152"/>
                  <a:pt x="97" y="152"/>
                </a:cubicBezTo>
                <a:cubicBezTo>
                  <a:pt x="97" y="154"/>
                  <a:pt x="97" y="156"/>
                  <a:pt x="95" y="156"/>
                </a:cubicBezTo>
                <a:cubicBezTo>
                  <a:pt x="53" y="156"/>
                  <a:pt x="53" y="156"/>
                  <a:pt x="53" y="156"/>
                </a:cubicBezTo>
                <a:cubicBezTo>
                  <a:pt x="51" y="156"/>
                  <a:pt x="51" y="154"/>
                  <a:pt x="51" y="152"/>
                </a:cubicBezTo>
                <a:cubicBezTo>
                  <a:pt x="51" y="148"/>
                  <a:pt x="48" y="141"/>
                  <a:pt x="44" y="139"/>
                </a:cubicBezTo>
                <a:cubicBezTo>
                  <a:pt x="40" y="135"/>
                  <a:pt x="32" y="126"/>
                  <a:pt x="29" y="118"/>
                </a:cubicBezTo>
                <a:cubicBezTo>
                  <a:pt x="23" y="103"/>
                  <a:pt x="13" y="84"/>
                  <a:pt x="6" y="79"/>
                </a:cubicBezTo>
                <a:cubicBezTo>
                  <a:pt x="6" y="77"/>
                  <a:pt x="6" y="77"/>
                  <a:pt x="6" y="75"/>
                </a:cubicBezTo>
                <a:cubicBezTo>
                  <a:pt x="6" y="73"/>
                  <a:pt x="8" y="73"/>
                  <a:pt x="10" y="73"/>
                </a:cubicBezTo>
                <a:cubicBezTo>
                  <a:pt x="15" y="73"/>
                  <a:pt x="23" y="81"/>
                  <a:pt x="29" y="90"/>
                </a:cubicBezTo>
                <a:cubicBezTo>
                  <a:pt x="32" y="92"/>
                  <a:pt x="34" y="96"/>
                  <a:pt x="36" y="98"/>
                </a:cubicBezTo>
                <a:cubicBezTo>
                  <a:pt x="38" y="98"/>
                  <a:pt x="40" y="101"/>
                  <a:pt x="42" y="101"/>
                </a:cubicBezTo>
                <a:cubicBezTo>
                  <a:pt x="46" y="98"/>
                  <a:pt x="48" y="96"/>
                  <a:pt x="48" y="94"/>
                </a:cubicBezTo>
                <a:cubicBezTo>
                  <a:pt x="51" y="90"/>
                  <a:pt x="51" y="88"/>
                  <a:pt x="51" y="84"/>
                </a:cubicBezTo>
                <a:cubicBezTo>
                  <a:pt x="51" y="22"/>
                  <a:pt x="51" y="22"/>
                  <a:pt x="51" y="22"/>
                </a:cubicBezTo>
                <a:cubicBezTo>
                  <a:pt x="51" y="20"/>
                  <a:pt x="53" y="17"/>
                  <a:pt x="55" y="17"/>
                </a:cubicBezTo>
                <a:cubicBezTo>
                  <a:pt x="59" y="17"/>
                  <a:pt x="61" y="20"/>
                  <a:pt x="61" y="22"/>
                </a:cubicBezTo>
                <a:cubicBezTo>
                  <a:pt x="61" y="77"/>
                  <a:pt x="61" y="77"/>
                  <a:pt x="61" y="77"/>
                </a:cubicBezTo>
                <a:cubicBezTo>
                  <a:pt x="61" y="79"/>
                  <a:pt x="61" y="81"/>
                  <a:pt x="63" y="81"/>
                </a:cubicBezTo>
                <a:cubicBezTo>
                  <a:pt x="65" y="81"/>
                  <a:pt x="65" y="79"/>
                  <a:pt x="65" y="77"/>
                </a:cubicBezTo>
                <a:cubicBezTo>
                  <a:pt x="65" y="54"/>
                  <a:pt x="65" y="54"/>
                  <a:pt x="65" y="54"/>
                </a:cubicBezTo>
                <a:cubicBezTo>
                  <a:pt x="65" y="52"/>
                  <a:pt x="68" y="49"/>
                  <a:pt x="72" y="49"/>
                </a:cubicBezTo>
                <a:cubicBezTo>
                  <a:pt x="74" y="49"/>
                  <a:pt x="76" y="52"/>
                  <a:pt x="76" y="54"/>
                </a:cubicBezTo>
                <a:cubicBezTo>
                  <a:pt x="76" y="77"/>
                  <a:pt x="76" y="77"/>
                  <a:pt x="76" y="77"/>
                </a:cubicBezTo>
                <a:cubicBezTo>
                  <a:pt x="76" y="79"/>
                  <a:pt x="78" y="81"/>
                  <a:pt x="78" y="81"/>
                </a:cubicBezTo>
                <a:cubicBezTo>
                  <a:pt x="80" y="81"/>
                  <a:pt x="82" y="79"/>
                  <a:pt x="82" y="77"/>
                </a:cubicBezTo>
                <a:cubicBezTo>
                  <a:pt x="82" y="62"/>
                  <a:pt x="82" y="62"/>
                  <a:pt x="82" y="62"/>
                </a:cubicBezTo>
                <a:cubicBezTo>
                  <a:pt x="82" y="60"/>
                  <a:pt x="84" y="56"/>
                  <a:pt x="87" y="56"/>
                </a:cubicBezTo>
                <a:cubicBezTo>
                  <a:pt x="91" y="56"/>
                  <a:pt x="93" y="60"/>
                  <a:pt x="93" y="62"/>
                </a:cubicBezTo>
                <a:cubicBezTo>
                  <a:pt x="93" y="81"/>
                  <a:pt x="93" y="81"/>
                  <a:pt x="93" y="81"/>
                </a:cubicBezTo>
                <a:cubicBezTo>
                  <a:pt x="93" y="81"/>
                  <a:pt x="93" y="84"/>
                  <a:pt x="95" y="84"/>
                </a:cubicBezTo>
                <a:cubicBezTo>
                  <a:pt x="97" y="84"/>
                  <a:pt x="97" y="81"/>
                  <a:pt x="97" y="81"/>
                </a:cubicBezTo>
                <a:cubicBezTo>
                  <a:pt x="97" y="75"/>
                  <a:pt x="97" y="75"/>
                  <a:pt x="97" y="75"/>
                </a:cubicBezTo>
                <a:cubicBezTo>
                  <a:pt x="97" y="73"/>
                  <a:pt x="97" y="73"/>
                  <a:pt x="99" y="71"/>
                </a:cubicBezTo>
                <a:cubicBezTo>
                  <a:pt x="99" y="71"/>
                  <a:pt x="101" y="71"/>
                  <a:pt x="103" y="71"/>
                </a:cubicBezTo>
                <a:cubicBezTo>
                  <a:pt x="106" y="71"/>
                  <a:pt x="108" y="73"/>
                  <a:pt x="108" y="75"/>
                </a:cubicBezTo>
                <a:cubicBezTo>
                  <a:pt x="108" y="118"/>
                  <a:pt x="108" y="118"/>
                  <a:pt x="108" y="118"/>
                </a:cubicBezTo>
                <a:close/>
                <a:moveTo>
                  <a:pt x="99" y="95"/>
                </a:moveTo>
                <a:cubicBezTo>
                  <a:pt x="99" y="95"/>
                  <a:pt x="98" y="95"/>
                  <a:pt x="98" y="97"/>
                </a:cubicBezTo>
                <a:cubicBezTo>
                  <a:pt x="98" y="113"/>
                  <a:pt x="98" y="113"/>
                  <a:pt x="98" y="113"/>
                </a:cubicBezTo>
                <a:cubicBezTo>
                  <a:pt x="99" y="115"/>
                  <a:pt x="99" y="115"/>
                  <a:pt x="99" y="115"/>
                </a:cubicBezTo>
                <a:cubicBezTo>
                  <a:pt x="101" y="115"/>
                  <a:pt x="103" y="113"/>
                  <a:pt x="103" y="113"/>
                </a:cubicBezTo>
                <a:cubicBezTo>
                  <a:pt x="103" y="97"/>
                  <a:pt x="103" y="97"/>
                  <a:pt x="103" y="97"/>
                </a:cubicBezTo>
                <a:cubicBezTo>
                  <a:pt x="103" y="95"/>
                  <a:pt x="101" y="95"/>
                  <a:pt x="99" y="95"/>
                </a:cubicBezTo>
                <a:close/>
                <a:moveTo>
                  <a:pt x="99" y="120"/>
                </a:moveTo>
                <a:cubicBezTo>
                  <a:pt x="99" y="120"/>
                  <a:pt x="97" y="122"/>
                  <a:pt x="97" y="124"/>
                </a:cubicBezTo>
                <a:cubicBezTo>
                  <a:pt x="97" y="124"/>
                  <a:pt x="97" y="127"/>
                  <a:pt x="95" y="127"/>
                </a:cubicBezTo>
                <a:cubicBezTo>
                  <a:pt x="95" y="129"/>
                  <a:pt x="95" y="129"/>
                  <a:pt x="95" y="131"/>
                </a:cubicBezTo>
                <a:cubicBezTo>
                  <a:pt x="97" y="131"/>
                  <a:pt x="97" y="131"/>
                  <a:pt x="97" y="131"/>
                </a:cubicBezTo>
                <a:cubicBezTo>
                  <a:pt x="99" y="131"/>
                  <a:pt x="99" y="131"/>
                  <a:pt x="99" y="131"/>
                </a:cubicBezTo>
                <a:cubicBezTo>
                  <a:pt x="101" y="129"/>
                  <a:pt x="103" y="127"/>
                  <a:pt x="103" y="124"/>
                </a:cubicBezTo>
                <a:cubicBezTo>
                  <a:pt x="103" y="122"/>
                  <a:pt x="101" y="120"/>
                  <a:pt x="99" y="120"/>
                </a:cubicBezTo>
                <a:close/>
                <a:moveTo>
                  <a:pt x="61" y="146"/>
                </a:moveTo>
                <a:cubicBezTo>
                  <a:pt x="56" y="146"/>
                  <a:pt x="56" y="146"/>
                  <a:pt x="56" y="146"/>
                </a:cubicBezTo>
                <a:cubicBezTo>
                  <a:pt x="56" y="146"/>
                  <a:pt x="54" y="146"/>
                  <a:pt x="54" y="148"/>
                </a:cubicBezTo>
                <a:cubicBezTo>
                  <a:pt x="54" y="150"/>
                  <a:pt x="56" y="150"/>
                  <a:pt x="56" y="150"/>
                </a:cubicBezTo>
                <a:cubicBezTo>
                  <a:pt x="61" y="150"/>
                  <a:pt x="61" y="150"/>
                  <a:pt x="61" y="150"/>
                </a:cubicBezTo>
                <a:cubicBezTo>
                  <a:pt x="61" y="150"/>
                  <a:pt x="63" y="150"/>
                  <a:pt x="63" y="148"/>
                </a:cubicBezTo>
                <a:cubicBezTo>
                  <a:pt x="63" y="146"/>
                  <a:pt x="61" y="146"/>
                  <a:pt x="61" y="146"/>
                </a:cubicBezTo>
                <a:close/>
                <a:moveTo>
                  <a:pt x="89" y="146"/>
                </a:moveTo>
                <a:cubicBezTo>
                  <a:pt x="72" y="146"/>
                  <a:pt x="72" y="146"/>
                  <a:pt x="72" y="146"/>
                </a:cubicBezTo>
                <a:cubicBezTo>
                  <a:pt x="70" y="146"/>
                  <a:pt x="68" y="146"/>
                  <a:pt x="68" y="148"/>
                </a:cubicBezTo>
                <a:cubicBezTo>
                  <a:pt x="68" y="150"/>
                  <a:pt x="70" y="150"/>
                  <a:pt x="72" y="150"/>
                </a:cubicBezTo>
                <a:cubicBezTo>
                  <a:pt x="89" y="150"/>
                  <a:pt x="89" y="150"/>
                  <a:pt x="89" y="150"/>
                </a:cubicBezTo>
                <a:cubicBezTo>
                  <a:pt x="91" y="150"/>
                  <a:pt x="93" y="150"/>
                  <a:pt x="93" y="148"/>
                </a:cubicBezTo>
                <a:cubicBezTo>
                  <a:pt x="93" y="146"/>
                  <a:pt x="91" y="146"/>
                  <a:pt x="89" y="146"/>
                </a:cubicBezTo>
                <a:close/>
                <a:moveTo>
                  <a:pt x="34" y="45"/>
                </a:moveTo>
                <a:cubicBezTo>
                  <a:pt x="36" y="45"/>
                  <a:pt x="36" y="45"/>
                  <a:pt x="36" y="43"/>
                </a:cubicBezTo>
                <a:cubicBezTo>
                  <a:pt x="38" y="43"/>
                  <a:pt x="36" y="41"/>
                  <a:pt x="36" y="41"/>
                </a:cubicBezTo>
                <a:cubicBezTo>
                  <a:pt x="27" y="30"/>
                  <a:pt x="27" y="15"/>
                  <a:pt x="36" y="5"/>
                </a:cubicBezTo>
                <a:cubicBezTo>
                  <a:pt x="36" y="3"/>
                  <a:pt x="36" y="3"/>
                  <a:pt x="36" y="3"/>
                </a:cubicBezTo>
                <a:cubicBezTo>
                  <a:pt x="34" y="0"/>
                  <a:pt x="34" y="0"/>
                  <a:pt x="34" y="0"/>
                </a:cubicBezTo>
                <a:cubicBezTo>
                  <a:pt x="32" y="0"/>
                  <a:pt x="32" y="0"/>
                  <a:pt x="32" y="3"/>
                </a:cubicBezTo>
                <a:cubicBezTo>
                  <a:pt x="21" y="13"/>
                  <a:pt x="21" y="33"/>
                  <a:pt x="32" y="43"/>
                </a:cubicBezTo>
                <a:cubicBezTo>
                  <a:pt x="34" y="45"/>
                  <a:pt x="34" y="45"/>
                  <a:pt x="34" y="45"/>
                </a:cubicBezTo>
                <a:close/>
                <a:moveTo>
                  <a:pt x="78" y="35"/>
                </a:moveTo>
                <a:cubicBezTo>
                  <a:pt x="78" y="35"/>
                  <a:pt x="78" y="37"/>
                  <a:pt x="80" y="39"/>
                </a:cubicBezTo>
                <a:cubicBezTo>
                  <a:pt x="82" y="39"/>
                  <a:pt x="82" y="39"/>
                  <a:pt x="82" y="39"/>
                </a:cubicBezTo>
                <a:cubicBezTo>
                  <a:pt x="82" y="37"/>
                  <a:pt x="82" y="37"/>
                  <a:pt x="84" y="37"/>
                </a:cubicBezTo>
                <a:cubicBezTo>
                  <a:pt x="89" y="26"/>
                  <a:pt x="89" y="11"/>
                  <a:pt x="80" y="3"/>
                </a:cubicBezTo>
                <a:cubicBezTo>
                  <a:pt x="78" y="0"/>
                  <a:pt x="78" y="0"/>
                  <a:pt x="78" y="0"/>
                </a:cubicBezTo>
                <a:cubicBezTo>
                  <a:pt x="76" y="0"/>
                  <a:pt x="76" y="3"/>
                  <a:pt x="76" y="3"/>
                </a:cubicBezTo>
                <a:cubicBezTo>
                  <a:pt x="74" y="3"/>
                  <a:pt x="76" y="5"/>
                  <a:pt x="76" y="5"/>
                </a:cubicBezTo>
                <a:cubicBezTo>
                  <a:pt x="82" y="13"/>
                  <a:pt x="84" y="24"/>
                  <a:pt x="78" y="3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39"/>
          <p:cNvSpPr/>
          <p:nvPr/>
        </p:nvSpPr>
        <p:spPr>
          <a:xfrm>
            <a:off x="6894075" y="5660275"/>
            <a:ext cx="265050" cy="326210"/>
          </a:xfrm>
          <a:custGeom>
            <a:rect b="b" l="l" r="r" t="t"/>
            <a:pathLst>
              <a:path extrusionOk="0" h="160" w="130">
                <a:moveTo>
                  <a:pt x="130" y="33"/>
                </a:moveTo>
                <a:cubicBezTo>
                  <a:pt x="130" y="33"/>
                  <a:pt x="130" y="32"/>
                  <a:pt x="129" y="32"/>
                </a:cubicBezTo>
                <a:cubicBezTo>
                  <a:pt x="97" y="0"/>
                  <a:pt x="97" y="0"/>
                  <a:pt x="97" y="0"/>
                </a:cubicBezTo>
                <a:cubicBezTo>
                  <a:pt x="97" y="0"/>
                  <a:pt x="97" y="0"/>
                  <a:pt x="96" y="0"/>
                </a:cubicBezTo>
                <a:cubicBezTo>
                  <a:pt x="96" y="0"/>
                  <a:pt x="96" y="0"/>
                  <a:pt x="96" y="0"/>
                </a:cubicBezTo>
                <a:cubicBezTo>
                  <a:pt x="96" y="0"/>
                  <a:pt x="96" y="0"/>
                  <a:pt x="96" y="0"/>
                </a:cubicBezTo>
                <a:cubicBezTo>
                  <a:pt x="96" y="0"/>
                  <a:pt x="96" y="0"/>
                  <a:pt x="96" y="0"/>
                </a:cubicBezTo>
                <a:cubicBezTo>
                  <a:pt x="40" y="0"/>
                  <a:pt x="40" y="0"/>
                  <a:pt x="40" y="0"/>
                </a:cubicBezTo>
                <a:cubicBezTo>
                  <a:pt x="37" y="0"/>
                  <a:pt x="35" y="2"/>
                  <a:pt x="35" y="5"/>
                </a:cubicBezTo>
                <a:cubicBezTo>
                  <a:pt x="35" y="11"/>
                  <a:pt x="35" y="11"/>
                  <a:pt x="35" y="11"/>
                </a:cubicBezTo>
                <a:cubicBezTo>
                  <a:pt x="28" y="11"/>
                  <a:pt x="28" y="11"/>
                  <a:pt x="28" y="11"/>
                </a:cubicBezTo>
                <a:cubicBezTo>
                  <a:pt x="26" y="11"/>
                  <a:pt x="23" y="13"/>
                  <a:pt x="23" y="16"/>
                </a:cubicBezTo>
                <a:cubicBezTo>
                  <a:pt x="23" y="22"/>
                  <a:pt x="23" y="22"/>
                  <a:pt x="23" y="22"/>
                </a:cubicBezTo>
                <a:cubicBezTo>
                  <a:pt x="17" y="22"/>
                  <a:pt x="17" y="22"/>
                  <a:pt x="17" y="22"/>
                </a:cubicBezTo>
                <a:cubicBezTo>
                  <a:pt x="14" y="22"/>
                  <a:pt x="12" y="25"/>
                  <a:pt x="12" y="28"/>
                </a:cubicBezTo>
                <a:cubicBezTo>
                  <a:pt x="12" y="34"/>
                  <a:pt x="12" y="34"/>
                  <a:pt x="12" y="34"/>
                </a:cubicBezTo>
                <a:cubicBezTo>
                  <a:pt x="6" y="34"/>
                  <a:pt x="6" y="34"/>
                  <a:pt x="6" y="34"/>
                </a:cubicBezTo>
                <a:cubicBezTo>
                  <a:pt x="3" y="34"/>
                  <a:pt x="0" y="36"/>
                  <a:pt x="0" y="39"/>
                </a:cubicBezTo>
                <a:cubicBezTo>
                  <a:pt x="0" y="154"/>
                  <a:pt x="0" y="154"/>
                  <a:pt x="0" y="154"/>
                </a:cubicBezTo>
                <a:cubicBezTo>
                  <a:pt x="0" y="157"/>
                  <a:pt x="3" y="160"/>
                  <a:pt x="6" y="160"/>
                </a:cubicBezTo>
                <a:cubicBezTo>
                  <a:pt x="91" y="160"/>
                  <a:pt x="91" y="160"/>
                  <a:pt x="91" y="160"/>
                </a:cubicBezTo>
                <a:cubicBezTo>
                  <a:pt x="94" y="160"/>
                  <a:pt x="96" y="157"/>
                  <a:pt x="96" y="154"/>
                </a:cubicBezTo>
                <a:cubicBezTo>
                  <a:pt x="96" y="148"/>
                  <a:pt x="96" y="148"/>
                  <a:pt x="96" y="148"/>
                </a:cubicBezTo>
                <a:cubicBezTo>
                  <a:pt x="102" y="148"/>
                  <a:pt x="102" y="148"/>
                  <a:pt x="102" y="148"/>
                </a:cubicBezTo>
                <a:cubicBezTo>
                  <a:pt x="105" y="148"/>
                  <a:pt x="107" y="146"/>
                  <a:pt x="107" y="143"/>
                </a:cubicBezTo>
                <a:cubicBezTo>
                  <a:pt x="107" y="137"/>
                  <a:pt x="107" y="137"/>
                  <a:pt x="107" y="137"/>
                </a:cubicBezTo>
                <a:cubicBezTo>
                  <a:pt x="114" y="137"/>
                  <a:pt x="114" y="137"/>
                  <a:pt x="114" y="137"/>
                </a:cubicBezTo>
                <a:cubicBezTo>
                  <a:pt x="116" y="137"/>
                  <a:pt x="119" y="135"/>
                  <a:pt x="119" y="132"/>
                </a:cubicBezTo>
                <a:cubicBezTo>
                  <a:pt x="119" y="125"/>
                  <a:pt x="119" y="125"/>
                  <a:pt x="119" y="125"/>
                </a:cubicBezTo>
                <a:cubicBezTo>
                  <a:pt x="125" y="125"/>
                  <a:pt x="125" y="125"/>
                  <a:pt x="125" y="125"/>
                </a:cubicBezTo>
                <a:cubicBezTo>
                  <a:pt x="128" y="125"/>
                  <a:pt x="130" y="123"/>
                  <a:pt x="130" y="120"/>
                </a:cubicBezTo>
                <a:cubicBezTo>
                  <a:pt x="130" y="34"/>
                  <a:pt x="130" y="34"/>
                  <a:pt x="130" y="34"/>
                </a:cubicBezTo>
                <a:cubicBezTo>
                  <a:pt x="130" y="34"/>
                  <a:pt x="130" y="34"/>
                  <a:pt x="130" y="33"/>
                </a:cubicBezTo>
                <a:close/>
                <a:moveTo>
                  <a:pt x="98" y="7"/>
                </a:moveTo>
                <a:cubicBezTo>
                  <a:pt x="111" y="20"/>
                  <a:pt x="111" y="20"/>
                  <a:pt x="111" y="20"/>
                </a:cubicBezTo>
                <a:cubicBezTo>
                  <a:pt x="123" y="31"/>
                  <a:pt x="123" y="31"/>
                  <a:pt x="123" y="31"/>
                </a:cubicBezTo>
                <a:cubicBezTo>
                  <a:pt x="98" y="31"/>
                  <a:pt x="98" y="31"/>
                  <a:pt x="98" y="31"/>
                </a:cubicBezTo>
                <a:lnTo>
                  <a:pt x="98" y="7"/>
                </a:lnTo>
                <a:close/>
                <a:moveTo>
                  <a:pt x="92" y="154"/>
                </a:moveTo>
                <a:cubicBezTo>
                  <a:pt x="92" y="155"/>
                  <a:pt x="91" y="155"/>
                  <a:pt x="91" y="155"/>
                </a:cubicBezTo>
                <a:cubicBezTo>
                  <a:pt x="6" y="155"/>
                  <a:pt x="6" y="155"/>
                  <a:pt x="6" y="155"/>
                </a:cubicBezTo>
                <a:cubicBezTo>
                  <a:pt x="5" y="155"/>
                  <a:pt x="5" y="155"/>
                  <a:pt x="5" y="154"/>
                </a:cubicBezTo>
                <a:cubicBezTo>
                  <a:pt x="5" y="39"/>
                  <a:pt x="5" y="39"/>
                  <a:pt x="5" y="39"/>
                </a:cubicBezTo>
                <a:cubicBezTo>
                  <a:pt x="5" y="38"/>
                  <a:pt x="5" y="38"/>
                  <a:pt x="6" y="38"/>
                </a:cubicBezTo>
                <a:cubicBezTo>
                  <a:pt x="12" y="38"/>
                  <a:pt x="12" y="38"/>
                  <a:pt x="12" y="38"/>
                </a:cubicBezTo>
                <a:cubicBezTo>
                  <a:pt x="12" y="143"/>
                  <a:pt x="12" y="143"/>
                  <a:pt x="12" y="143"/>
                </a:cubicBezTo>
                <a:cubicBezTo>
                  <a:pt x="12" y="146"/>
                  <a:pt x="14" y="148"/>
                  <a:pt x="17" y="148"/>
                </a:cubicBezTo>
                <a:cubicBezTo>
                  <a:pt x="92" y="148"/>
                  <a:pt x="92" y="148"/>
                  <a:pt x="92" y="148"/>
                </a:cubicBezTo>
                <a:lnTo>
                  <a:pt x="92" y="154"/>
                </a:lnTo>
                <a:close/>
                <a:moveTo>
                  <a:pt x="103" y="143"/>
                </a:moveTo>
                <a:cubicBezTo>
                  <a:pt x="103" y="143"/>
                  <a:pt x="103" y="144"/>
                  <a:pt x="102" y="144"/>
                </a:cubicBezTo>
                <a:cubicBezTo>
                  <a:pt x="17" y="144"/>
                  <a:pt x="17" y="144"/>
                  <a:pt x="17" y="144"/>
                </a:cubicBezTo>
                <a:cubicBezTo>
                  <a:pt x="17" y="144"/>
                  <a:pt x="16" y="143"/>
                  <a:pt x="16" y="143"/>
                </a:cubicBezTo>
                <a:cubicBezTo>
                  <a:pt x="16" y="28"/>
                  <a:pt x="16" y="28"/>
                  <a:pt x="16" y="28"/>
                </a:cubicBezTo>
                <a:cubicBezTo>
                  <a:pt x="16" y="27"/>
                  <a:pt x="17" y="27"/>
                  <a:pt x="17" y="27"/>
                </a:cubicBezTo>
                <a:cubicBezTo>
                  <a:pt x="23" y="27"/>
                  <a:pt x="23" y="27"/>
                  <a:pt x="23" y="27"/>
                </a:cubicBezTo>
                <a:cubicBezTo>
                  <a:pt x="23" y="132"/>
                  <a:pt x="23" y="132"/>
                  <a:pt x="23" y="132"/>
                </a:cubicBezTo>
                <a:cubicBezTo>
                  <a:pt x="23" y="135"/>
                  <a:pt x="26" y="137"/>
                  <a:pt x="28" y="137"/>
                </a:cubicBezTo>
                <a:cubicBezTo>
                  <a:pt x="103" y="137"/>
                  <a:pt x="103" y="137"/>
                  <a:pt x="103" y="137"/>
                </a:cubicBezTo>
                <a:lnTo>
                  <a:pt x="103" y="143"/>
                </a:lnTo>
                <a:close/>
                <a:moveTo>
                  <a:pt x="114" y="132"/>
                </a:moveTo>
                <a:cubicBezTo>
                  <a:pt x="114" y="132"/>
                  <a:pt x="114" y="132"/>
                  <a:pt x="114" y="132"/>
                </a:cubicBezTo>
                <a:cubicBezTo>
                  <a:pt x="28" y="132"/>
                  <a:pt x="28" y="132"/>
                  <a:pt x="28" y="132"/>
                </a:cubicBezTo>
                <a:cubicBezTo>
                  <a:pt x="28" y="132"/>
                  <a:pt x="28" y="132"/>
                  <a:pt x="28" y="132"/>
                </a:cubicBezTo>
                <a:cubicBezTo>
                  <a:pt x="28" y="16"/>
                  <a:pt x="28" y="16"/>
                  <a:pt x="28" y="16"/>
                </a:cubicBezTo>
                <a:cubicBezTo>
                  <a:pt x="28" y="16"/>
                  <a:pt x="28" y="15"/>
                  <a:pt x="28" y="15"/>
                </a:cubicBezTo>
                <a:cubicBezTo>
                  <a:pt x="35" y="15"/>
                  <a:pt x="35" y="15"/>
                  <a:pt x="35" y="15"/>
                </a:cubicBezTo>
                <a:cubicBezTo>
                  <a:pt x="35" y="120"/>
                  <a:pt x="35" y="120"/>
                  <a:pt x="35" y="120"/>
                </a:cubicBezTo>
                <a:cubicBezTo>
                  <a:pt x="35" y="123"/>
                  <a:pt x="37" y="125"/>
                  <a:pt x="40" y="125"/>
                </a:cubicBezTo>
                <a:cubicBezTo>
                  <a:pt x="114" y="125"/>
                  <a:pt x="114" y="125"/>
                  <a:pt x="114" y="125"/>
                </a:cubicBezTo>
                <a:lnTo>
                  <a:pt x="114" y="132"/>
                </a:lnTo>
                <a:close/>
                <a:moveTo>
                  <a:pt x="125" y="121"/>
                </a:moveTo>
                <a:cubicBezTo>
                  <a:pt x="40" y="121"/>
                  <a:pt x="40" y="121"/>
                  <a:pt x="40" y="121"/>
                </a:cubicBezTo>
                <a:cubicBezTo>
                  <a:pt x="39" y="121"/>
                  <a:pt x="39" y="121"/>
                  <a:pt x="39" y="120"/>
                </a:cubicBezTo>
                <a:cubicBezTo>
                  <a:pt x="39" y="5"/>
                  <a:pt x="39" y="5"/>
                  <a:pt x="39" y="5"/>
                </a:cubicBezTo>
                <a:cubicBezTo>
                  <a:pt x="39" y="4"/>
                  <a:pt x="39" y="4"/>
                  <a:pt x="40" y="4"/>
                </a:cubicBezTo>
                <a:cubicBezTo>
                  <a:pt x="93" y="4"/>
                  <a:pt x="93" y="4"/>
                  <a:pt x="93" y="4"/>
                </a:cubicBezTo>
                <a:cubicBezTo>
                  <a:pt x="93" y="33"/>
                  <a:pt x="93" y="33"/>
                  <a:pt x="93" y="33"/>
                </a:cubicBezTo>
                <a:cubicBezTo>
                  <a:pt x="93" y="35"/>
                  <a:pt x="94" y="36"/>
                  <a:pt x="96" y="36"/>
                </a:cubicBezTo>
                <a:cubicBezTo>
                  <a:pt x="126" y="36"/>
                  <a:pt x="126" y="36"/>
                  <a:pt x="126" y="36"/>
                </a:cubicBezTo>
                <a:cubicBezTo>
                  <a:pt x="126" y="120"/>
                  <a:pt x="126" y="120"/>
                  <a:pt x="126" y="120"/>
                </a:cubicBezTo>
                <a:cubicBezTo>
                  <a:pt x="126" y="121"/>
                  <a:pt x="125" y="121"/>
                  <a:pt x="125" y="12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330" name="Google Shape;330;p39"/>
          <p:cNvPicPr preferRelativeResize="0"/>
          <p:nvPr/>
        </p:nvPicPr>
        <p:blipFill rotWithShape="1">
          <a:blip r:embed="rId5">
            <a:alphaModFix/>
          </a:blip>
          <a:srcRect b="-12689" l="0" r="-3681" t="0"/>
          <a:stretch/>
        </p:blipFill>
        <p:spPr>
          <a:xfrm>
            <a:off x="187549" y="320525"/>
            <a:ext cx="464000" cy="396281"/>
          </a:xfrm>
          <a:prstGeom prst="rect">
            <a:avLst/>
          </a:prstGeom>
          <a:noFill/>
          <a:ln>
            <a:noFill/>
          </a:ln>
        </p:spPr>
      </p:pic>
      <p:sp>
        <p:nvSpPr>
          <p:cNvPr id="331" name="Google Shape;331;p39"/>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2" name="Google Shape;332;p39"/>
          <p:cNvPicPr preferRelativeResize="0"/>
          <p:nvPr/>
        </p:nvPicPr>
        <p:blipFill>
          <a:blip r:embed="rId6">
            <a:alphaModFix/>
          </a:blip>
          <a:stretch>
            <a:fillRect/>
          </a:stretch>
        </p:blipFill>
        <p:spPr>
          <a:xfrm>
            <a:off x="187550" y="303750"/>
            <a:ext cx="468925" cy="394354"/>
          </a:xfrm>
          <a:prstGeom prst="rect">
            <a:avLst/>
          </a:prstGeom>
          <a:noFill/>
          <a:ln>
            <a:noFill/>
          </a:ln>
        </p:spPr>
      </p:pic>
      <p:sp>
        <p:nvSpPr>
          <p:cNvPr id="333" name="Google Shape;333;p39"/>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p:nvPr/>
        </p:nvSpPr>
        <p:spPr>
          <a:xfrm>
            <a:off x="7589372" y="5047241"/>
            <a:ext cx="4075524" cy="993862"/>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It uses a dictionary of over 200 Latin words, combined with a handful of model sentence structures, to generate Lorem Ipsum which looks reasonable. The generated Lorem Ipsum is therefore always free from repetition, injected humour.</a:t>
            </a:r>
            <a:endParaRPr i="0" sz="1100" u="none" cap="none" strike="noStrike">
              <a:solidFill>
                <a:schemeClr val="dk1"/>
              </a:solidFill>
              <a:latin typeface="Nunito Sans Medium"/>
              <a:ea typeface="Nunito Sans Medium"/>
              <a:cs typeface="Nunito Sans Medium"/>
              <a:sym typeface="Nunito Sans Medium"/>
            </a:endParaRPr>
          </a:p>
        </p:txBody>
      </p:sp>
      <p:sp>
        <p:nvSpPr>
          <p:cNvPr id="339" name="Google Shape;339;p40"/>
          <p:cNvSpPr/>
          <p:nvPr/>
        </p:nvSpPr>
        <p:spPr>
          <a:xfrm>
            <a:off x="7589370" y="4585576"/>
            <a:ext cx="2455778" cy="426784"/>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i="0" lang="en-US" sz="1600" u="none" cap="none" strike="noStrike">
                <a:solidFill>
                  <a:srgbClr val="171616"/>
                </a:solidFill>
                <a:latin typeface="Nunito Sans ExtraBold"/>
                <a:ea typeface="Nunito Sans ExtraBold"/>
                <a:cs typeface="Nunito Sans ExtraBold"/>
                <a:sym typeface="Nunito Sans ExtraBold"/>
              </a:rPr>
              <a:t>NEW WORKSPACE</a:t>
            </a:r>
            <a:endParaRPr i="0" sz="1600" u="none" cap="none" strike="noStrike">
              <a:solidFill>
                <a:srgbClr val="171616"/>
              </a:solidFill>
              <a:latin typeface="Nunito Sans ExtraBold"/>
              <a:ea typeface="Nunito Sans ExtraBold"/>
              <a:cs typeface="Nunito Sans ExtraBold"/>
              <a:sym typeface="Nunito Sans ExtraBold"/>
            </a:endParaRPr>
          </a:p>
        </p:txBody>
      </p:sp>
      <p:pic>
        <p:nvPicPr>
          <p:cNvPr id="340" name="Google Shape;340;p40"/>
          <p:cNvPicPr preferRelativeResize="0"/>
          <p:nvPr>
            <p:ph idx="2" type="pic"/>
          </p:nvPr>
        </p:nvPicPr>
        <p:blipFill rotWithShape="1">
          <a:blip r:embed="rId3">
            <a:alphaModFix/>
          </a:blip>
          <a:srcRect b="0" l="17374" r="31886" t="0"/>
          <a:stretch/>
        </p:blipFill>
        <p:spPr>
          <a:xfrm>
            <a:off x="564244" y="434521"/>
            <a:ext cx="4559400" cy="5988900"/>
          </a:xfrm>
          <a:prstGeom prst="roundRect">
            <a:avLst>
              <a:gd fmla="val 0" name="adj"/>
            </a:avLst>
          </a:prstGeom>
          <a:solidFill>
            <a:schemeClr val="lt1"/>
          </a:solidFill>
          <a:ln>
            <a:noFill/>
          </a:ln>
        </p:spPr>
      </p:pic>
      <p:pic>
        <p:nvPicPr>
          <p:cNvPr id="341" name="Google Shape;341;p40"/>
          <p:cNvPicPr preferRelativeResize="0"/>
          <p:nvPr>
            <p:ph idx="3" type="pic"/>
          </p:nvPr>
        </p:nvPicPr>
        <p:blipFill rotWithShape="1">
          <a:blip r:embed="rId4">
            <a:alphaModFix/>
          </a:blip>
          <a:srcRect b="13907" l="49805" r="21253" t="4720"/>
          <a:stretch/>
        </p:blipFill>
        <p:spPr>
          <a:xfrm>
            <a:off x="5123544" y="434522"/>
            <a:ext cx="2134500" cy="3651300"/>
          </a:xfrm>
          <a:prstGeom prst="roundRect">
            <a:avLst>
              <a:gd fmla="val 0" name="adj"/>
            </a:avLst>
          </a:prstGeom>
          <a:solidFill>
            <a:schemeClr val="lt1"/>
          </a:solidFill>
          <a:ln>
            <a:noFill/>
          </a:ln>
        </p:spPr>
      </p:pic>
      <p:pic>
        <p:nvPicPr>
          <p:cNvPr id="342" name="Google Shape;342;p40"/>
          <p:cNvPicPr preferRelativeResize="0"/>
          <p:nvPr>
            <p:ph idx="4" type="pic"/>
          </p:nvPr>
        </p:nvPicPr>
        <p:blipFill rotWithShape="1">
          <a:blip r:embed="rId5">
            <a:alphaModFix/>
          </a:blip>
          <a:srcRect b="22101" l="47712" r="27024" t="36386"/>
          <a:stretch/>
        </p:blipFill>
        <p:spPr>
          <a:xfrm>
            <a:off x="5123544" y="4085771"/>
            <a:ext cx="2134500" cy="2337600"/>
          </a:xfrm>
          <a:prstGeom prst="roundRect">
            <a:avLst>
              <a:gd fmla="val 0" name="adj"/>
            </a:avLst>
          </a:prstGeom>
          <a:solidFill>
            <a:schemeClr val="lt1"/>
          </a:solidFill>
          <a:ln>
            <a:noFill/>
          </a:ln>
        </p:spPr>
      </p:pic>
      <p:sp>
        <p:nvSpPr>
          <p:cNvPr id="343" name="Google Shape;343;p40"/>
          <p:cNvSpPr txBox="1"/>
          <p:nvPr/>
        </p:nvSpPr>
        <p:spPr>
          <a:xfrm>
            <a:off x="7589375" y="1160475"/>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Lorem ipsum</a:t>
            </a:r>
            <a:endParaRPr sz="3200">
              <a:solidFill>
                <a:srgbClr val="595959"/>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595959"/>
                </a:solidFill>
                <a:latin typeface="Nunito Sans Black"/>
                <a:ea typeface="Nunito Sans Black"/>
                <a:cs typeface="Nunito Sans Black"/>
                <a:sym typeface="Nunito Sans Black"/>
              </a:rPr>
              <a:t>dolot siut met</a:t>
            </a:r>
            <a:endParaRPr sz="3200">
              <a:solidFill>
                <a:srgbClr val="595959"/>
              </a:solidFill>
              <a:latin typeface="Nunito Sans Black"/>
              <a:ea typeface="Nunito Sans Black"/>
              <a:cs typeface="Nunito Sans Black"/>
              <a:sym typeface="Nunito Sans Black"/>
            </a:endParaRPr>
          </a:p>
        </p:txBody>
      </p:sp>
      <p:sp>
        <p:nvSpPr>
          <p:cNvPr id="344" name="Google Shape;344;p40"/>
          <p:cNvSpPr/>
          <p:nvPr/>
        </p:nvSpPr>
        <p:spPr>
          <a:xfrm>
            <a:off x="7589375" y="2592025"/>
            <a:ext cx="4075500" cy="1350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 </a:t>
            </a:r>
            <a:endParaRPr i="0" sz="1100" u="none" cap="none" strike="noStrike">
              <a:solidFill>
                <a:schemeClr val="dk1"/>
              </a:solidFill>
              <a:latin typeface="Nunito Sans Medium"/>
              <a:ea typeface="Nunito Sans Medium"/>
              <a:cs typeface="Nunito Sans Medium"/>
              <a:sym typeface="Nunito Sans Medium"/>
            </a:endParaRPr>
          </a:p>
        </p:txBody>
      </p:sp>
      <p:pic>
        <p:nvPicPr>
          <p:cNvPr id="345" name="Google Shape;345;p40"/>
          <p:cNvPicPr preferRelativeResize="0"/>
          <p:nvPr/>
        </p:nvPicPr>
        <p:blipFill>
          <a:blip r:embed="rId6">
            <a:alphaModFix/>
          </a:blip>
          <a:stretch>
            <a:fillRect/>
          </a:stretch>
        </p:blipFill>
        <p:spPr>
          <a:xfrm>
            <a:off x="9571450" y="120549"/>
            <a:ext cx="2417350" cy="7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41"/>
          <p:cNvPicPr preferRelativeResize="0"/>
          <p:nvPr/>
        </p:nvPicPr>
        <p:blipFill rotWithShape="1">
          <a:blip r:embed="rId3">
            <a:alphaModFix/>
          </a:blip>
          <a:srcRect b="2040" l="0" r="0" t="12749"/>
          <a:stretch/>
        </p:blipFill>
        <p:spPr>
          <a:xfrm>
            <a:off x="1799628" y="1939141"/>
            <a:ext cx="4507372" cy="3943510"/>
          </a:xfrm>
          <a:prstGeom prst="rect">
            <a:avLst/>
          </a:prstGeom>
          <a:noFill/>
          <a:ln>
            <a:noFill/>
          </a:ln>
        </p:spPr>
      </p:pic>
      <p:sp>
        <p:nvSpPr>
          <p:cNvPr id="351" name="Google Shape;351;p41"/>
          <p:cNvSpPr/>
          <p:nvPr/>
        </p:nvSpPr>
        <p:spPr>
          <a:xfrm>
            <a:off x="6918675" y="4218500"/>
            <a:ext cx="4354200" cy="1710900"/>
          </a:xfrm>
          <a:prstGeom prst="rect">
            <a:avLst/>
          </a:prstGeom>
          <a:solidFill>
            <a:srgbClr val="08B2E3"/>
          </a:solidFill>
          <a:ln>
            <a:noFill/>
          </a:ln>
          <a:effectLst>
            <a:outerShdw blurRad="152400" sx="101000" rotWithShape="0" algn="tl" dir="5100000" dist="38100" sy="101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2" name="Google Shape;352;p41"/>
          <p:cNvSpPr/>
          <p:nvPr/>
        </p:nvSpPr>
        <p:spPr>
          <a:xfrm>
            <a:off x="7302007" y="4871812"/>
            <a:ext cx="3732000" cy="6960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900"/>
              <a:buFont typeface="Arial"/>
              <a:buNone/>
            </a:pPr>
            <a:r>
              <a:rPr i="0" lang="en-US" sz="1200" u="none" cap="none" strike="noStrike">
                <a:solidFill>
                  <a:schemeClr val="lt1"/>
                </a:solidFill>
                <a:latin typeface="Nunito Sans Medium"/>
                <a:ea typeface="Nunito Sans Medium"/>
                <a:cs typeface="Nunito Sans Medium"/>
                <a:sym typeface="Nunito Sans Medium"/>
              </a:rPr>
              <a:t>All the Lorem Ipsum generators on the Internet tend to repeat predefined chunks as necessary, making this the first true generator on the Internet.</a:t>
            </a:r>
            <a:endParaRPr i="0" sz="1200" u="none" cap="none" strike="noStrike">
              <a:solidFill>
                <a:schemeClr val="lt1"/>
              </a:solidFill>
              <a:latin typeface="Nunito Sans Medium"/>
              <a:ea typeface="Nunito Sans Medium"/>
              <a:cs typeface="Nunito Sans Medium"/>
              <a:sym typeface="Nunito Sans Medium"/>
            </a:endParaRPr>
          </a:p>
        </p:txBody>
      </p:sp>
      <p:sp>
        <p:nvSpPr>
          <p:cNvPr id="353" name="Google Shape;353;p41"/>
          <p:cNvSpPr txBox="1"/>
          <p:nvPr/>
        </p:nvSpPr>
        <p:spPr>
          <a:xfrm>
            <a:off x="7302008" y="4552792"/>
            <a:ext cx="18606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i="0" lang="en-US" sz="1500" u="none" cap="none" strike="noStrike">
                <a:solidFill>
                  <a:schemeClr val="lt1"/>
                </a:solidFill>
                <a:latin typeface="Nunito Sans ExtraBold"/>
                <a:ea typeface="Nunito Sans ExtraBold"/>
                <a:cs typeface="Nunito Sans ExtraBold"/>
                <a:sym typeface="Nunito Sans ExtraBold"/>
              </a:rPr>
              <a:t>ABOUT MOCKUP</a:t>
            </a:r>
            <a:endParaRPr i="0" sz="1700" u="none" cap="none" strike="noStrike">
              <a:solidFill>
                <a:schemeClr val="lt1"/>
              </a:solidFill>
              <a:latin typeface="Nunito Sans ExtraBold"/>
              <a:ea typeface="Nunito Sans ExtraBold"/>
              <a:cs typeface="Nunito Sans ExtraBold"/>
              <a:sym typeface="Nunito Sans ExtraBold"/>
            </a:endParaRPr>
          </a:p>
        </p:txBody>
      </p:sp>
      <p:pic>
        <p:nvPicPr>
          <p:cNvPr id="354" name="Google Shape;354;p41"/>
          <p:cNvPicPr preferRelativeResize="0"/>
          <p:nvPr>
            <p:ph idx="2" type="pic"/>
          </p:nvPr>
        </p:nvPicPr>
        <p:blipFill rotWithShape="1">
          <a:blip r:embed="rId4">
            <a:alphaModFix/>
          </a:blip>
          <a:srcRect b="0" l="5173" r="5173" t="0"/>
          <a:stretch/>
        </p:blipFill>
        <p:spPr>
          <a:xfrm>
            <a:off x="2029041" y="2119086"/>
            <a:ext cx="4048498" cy="2531700"/>
          </a:xfrm>
          <a:prstGeom prst="rect">
            <a:avLst/>
          </a:prstGeom>
          <a:solidFill>
            <a:schemeClr val="lt1"/>
          </a:solidFill>
          <a:ln>
            <a:noFill/>
          </a:ln>
        </p:spPr>
      </p:pic>
      <p:pic>
        <p:nvPicPr>
          <p:cNvPr id="355" name="Google Shape;355;p41"/>
          <p:cNvPicPr preferRelativeResize="0"/>
          <p:nvPr/>
        </p:nvPicPr>
        <p:blipFill>
          <a:blip r:embed="rId5">
            <a:alphaModFix/>
          </a:blip>
          <a:stretch>
            <a:fillRect/>
          </a:stretch>
        </p:blipFill>
        <p:spPr>
          <a:xfrm>
            <a:off x="9571450" y="120549"/>
            <a:ext cx="2417350" cy="738700"/>
          </a:xfrm>
          <a:prstGeom prst="rect">
            <a:avLst/>
          </a:prstGeom>
          <a:noFill/>
          <a:ln>
            <a:noFill/>
          </a:ln>
        </p:spPr>
      </p:pic>
      <p:sp>
        <p:nvSpPr>
          <p:cNvPr id="356" name="Google Shape;356;p41"/>
          <p:cNvSpPr txBox="1"/>
          <p:nvPr/>
        </p:nvSpPr>
        <p:spPr>
          <a:xfrm>
            <a:off x="6870325" y="1512550"/>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8B2E3"/>
                </a:solidFill>
                <a:latin typeface="Nunito Sans Black"/>
                <a:ea typeface="Nunito Sans Black"/>
                <a:cs typeface="Nunito Sans Black"/>
                <a:sym typeface="Nunito Sans Black"/>
              </a:rPr>
              <a:t>Lorem ipsum</a:t>
            </a:r>
            <a:endParaRPr sz="3200">
              <a:solidFill>
                <a:srgbClr val="08B2E3"/>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08B2E3"/>
                </a:solidFill>
                <a:latin typeface="Nunito Sans Black"/>
                <a:ea typeface="Nunito Sans Black"/>
                <a:cs typeface="Nunito Sans Black"/>
                <a:sym typeface="Nunito Sans Black"/>
              </a:rPr>
              <a:t>dolot siut met</a:t>
            </a:r>
            <a:endParaRPr sz="3200">
              <a:solidFill>
                <a:srgbClr val="08B2E3"/>
              </a:solidFill>
              <a:latin typeface="Nunito Sans Black"/>
              <a:ea typeface="Nunito Sans Black"/>
              <a:cs typeface="Nunito Sans Black"/>
              <a:sym typeface="Nunito Sans Black"/>
            </a:endParaRPr>
          </a:p>
        </p:txBody>
      </p:sp>
      <p:sp>
        <p:nvSpPr>
          <p:cNvPr id="357" name="Google Shape;357;p41"/>
          <p:cNvSpPr/>
          <p:nvPr/>
        </p:nvSpPr>
        <p:spPr>
          <a:xfrm>
            <a:off x="6870325" y="2944100"/>
            <a:ext cx="4075500" cy="13506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There are many variations of passages of Lorem Ipsum available, but the majority have suffered alteration in some form, by injected humour, or randomised words which don't look even slightly believable. </a:t>
            </a:r>
            <a:endParaRPr i="0" sz="1100" u="none" cap="none" strike="noStrike">
              <a:solidFill>
                <a:schemeClr val="dk1"/>
              </a:solidFill>
              <a:latin typeface="Nunito Sans Medium"/>
              <a:ea typeface="Nunito Sans Medium"/>
              <a:cs typeface="Nunito Sans Medium"/>
              <a:sym typeface="Nunito Sans Medium"/>
            </a:endParaRPr>
          </a:p>
        </p:txBody>
      </p:sp>
      <p:sp>
        <p:nvSpPr>
          <p:cNvPr id="358" name="Google Shape;358;p41"/>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9" name="Google Shape;359;p41"/>
          <p:cNvPicPr preferRelativeResize="0"/>
          <p:nvPr/>
        </p:nvPicPr>
        <p:blipFill>
          <a:blip r:embed="rId6">
            <a:alphaModFix/>
          </a:blip>
          <a:stretch>
            <a:fillRect/>
          </a:stretch>
        </p:blipFill>
        <p:spPr>
          <a:xfrm>
            <a:off x="187550" y="303750"/>
            <a:ext cx="468925" cy="394354"/>
          </a:xfrm>
          <a:prstGeom prst="rect">
            <a:avLst/>
          </a:prstGeom>
          <a:noFill/>
          <a:ln>
            <a:noFill/>
          </a:ln>
        </p:spPr>
      </p:pic>
      <p:sp>
        <p:nvSpPr>
          <p:cNvPr id="360" name="Google Shape;360;p41"/>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2"/>
          <p:cNvSpPr/>
          <p:nvPr/>
        </p:nvSpPr>
        <p:spPr>
          <a:xfrm>
            <a:off x="7282550" y="3563675"/>
            <a:ext cx="4909500" cy="32943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6" name="Google Shape;366;p42"/>
          <p:cNvPicPr preferRelativeResize="0"/>
          <p:nvPr>
            <p:ph idx="2" type="pic"/>
          </p:nvPr>
        </p:nvPicPr>
        <p:blipFill rotWithShape="1">
          <a:blip r:embed="rId3">
            <a:alphaModFix/>
          </a:blip>
          <a:srcRect b="2052" l="0" r="0" t="2043"/>
          <a:stretch/>
        </p:blipFill>
        <p:spPr>
          <a:xfrm>
            <a:off x="7282543" y="1357086"/>
            <a:ext cx="2888400" cy="4268700"/>
          </a:xfrm>
          <a:prstGeom prst="roundRect">
            <a:avLst>
              <a:gd fmla="val 3531" name="adj"/>
            </a:avLst>
          </a:prstGeom>
          <a:solidFill>
            <a:schemeClr val="lt1"/>
          </a:solidFill>
          <a:ln>
            <a:noFill/>
          </a:ln>
        </p:spPr>
      </p:pic>
      <p:sp>
        <p:nvSpPr>
          <p:cNvPr id="367" name="Google Shape;367;p42"/>
          <p:cNvSpPr/>
          <p:nvPr/>
        </p:nvSpPr>
        <p:spPr>
          <a:xfrm>
            <a:off x="1559317" y="2791983"/>
            <a:ext cx="4517400" cy="12465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chemeClr val="dk1"/>
              </a:buClr>
              <a:buSzPts val="1000"/>
              <a:buFont typeface="Poppins"/>
              <a:buNone/>
            </a:pPr>
            <a:r>
              <a:rPr i="0" lang="en-US" sz="1200" u="none" cap="none" strike="noStrike">
                <a:solidFill>
                  <a:schemeClr val="dk1"/>
                </a:solidFill>
                <a:latin typeface="Nunito Sans Medium"/>
                <a:ea typeface="Nunito Sans Medium"/>
                <a:cs typeface="Nunito Sans Medium"/>
                <a:sym typeface="Nunito Sans Medium"/>
              </a:rPr>
              <a:t>All the Lorem Ipsum generators on the Internet tend to repeat predefined chunks as necessary, making this the first true generator on the Internet. It uses a dictionary of over 200 Latin words, combined with a handful of model sentence structures, to generate Lorem Ipsum which looks reasonable.</a:t>
            </a:r>
            <a:endParaRPr i="0" sz="1200" u="none" cap="none" strike="noStrike">
              <a:solidFill>
                <a:schemeClr val="dk1"/>
              </a:solidFill>
              <a:latin typeface="Nunito Sans Medium"/>
              <a:ea typeface="Nunito Sans Medium"/>
              <a:cs typeface="Nunito Sans Medium"/>
              <a:sym typeface="Nunito Sans Medium"/>
            </a:endParaRPr>
          </a:p>
        </p:txBody>
      </p:sp>
      <p:sp>
        <p:nvSpPr>
          <p:cNvPr id="368" name="Google Shape;368;p42"/>
          <p:cNvSpPr/>
          <p:nvPr/>
        </p:nvSpPr>
        <p:spPr>
          <a:xfrm>
            <a:off x="1559318" y="4282476"/>
            <a:ext cx="4517400" cy="10155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chemeClr val="dk1"/>
              </a:buClr>
              <a:buSzPts val="1000"/>
              <a:buFont typeface="Poppins"/>
              <a:buNone/>
            </a:pPr>
            <a:r>
              <a:rPr i="0" lang="en-US" sz="1200" u="none" cap="none" strike="noStrike">
                <a:solidFill>
                  <a:schemeClr val="dk1"/>
                </a:solidFill>
                <a:latin typeface="Nunito Sans Medium"/>
                <a:ea typeface="Nunito Sans Medium"/>
                <a:cs typeface="Nunito Sans Medium"/>
                <a:sym typeface="Nunito Sans Medium"/>
              </a:rPr>
              <a:t>It uses a dictionary of over 200 Latin words, combined with a handful of model sentence structures, to generate Lorem Ipsum which looks reasonable. The generated Lorem Ipsum is therefore always free from repetition, injected humour, or non-characteristic words etc.</a:t>
            </a:r>
            <a:endParaRPr i="0" sz="1200" u="none" cap="none" strike="noStrike">
              <a:solidFill>
                <a:schemeClr val="dk1"/>
              </a:solidFill>
              <a:latin typeface="Nunito Sans Medium"/>
              <a:ea typeface="Nunito Sans Medium"/>
              <a:cs typeface="Nunito Sans Medium"/>
              <a:sym typeface="Nunito Sans Medium"/>
            </a:endParaRPr>
          </a:p>
        </p:txBody>
      </p:sp>
      <p:pic>
        <p:nvPicPr>
          <p:cNvPr id="369" name="Google Shape;369;p42"/>
          <p:cNvPicPr preferRelativeResize="0"/>
          <p:nvPr/>
        </p:nvPicPr>
        <p:blipFill>
          <a:blip r:embed="rId4">
            <a:alphaModFix/>
          </a:blip>
          <a:stretch>
            <a:fillRect/>
          </a:stretch>
        </p:blipFill>
        <p:spPr>
          <a:xfrm>
            <a:off x="9571450" y="120549"/>
            <a:ext cx="2417350" cy="738700"/>
          </a:xfrm>
          <a:prstGeom prst="rect">
            <a:avLst/>
          </a:prstGeom>
          <a:noFill/>
          <a:ln>
            <a:noFill/>
          </a:ln>
        </p:spPr>
      </p:pic>
      <p:sp>
        <p:nvSpPr>
          <p:cNvPr id="370" name="Google Shape;370;p42"/>
          <p:cNvSpPr txBox="1"/>
          <p:nvPr/>
        </p:nvSpPr>
        <p:spPr>
          <a:xfrm>
            <a:off x="1559325" y="1302200"/>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8B2E3"/>
                </a:solidFill>
                <a:latin typeface="Nunito Sans Black"/>
                <a:ea typeface="Nunito Sans Black"/>
                <a:cs typeface="Nunito Sans Black"/>
                <a:sym typeface="Nunito Sans Black"/>
              </a:rPr>
              <a:t>Lorem ipsum</a:t>
            </a:r>
            <a:endParaRPr sz="3200">
              <a:solidFill>
                <a:srgbClr val="08B2E3"/>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08B2E3"/>
                </a:solidFill>
                <a:latin typeface="Nunito Sans Black"/>
                <a:ea typeface="Nunito Sans Black"/>
                <a:cs typeface="Nunito Sans Black"/>
                <a:sym typeface="Nunito Sans Black"/>
              </a:rPr>
              <a:t>dolot siut met</a:t>
            </a:r>
            <a:endParaRPr sz="3200">
              <a:solidFill>
                <a:srgbClr val="08B2E3"/>
              </a:solidFill>
              <a:latin typeface="Nunito Sans Black"/>
              <a:ea typeface="Nunito Sans Black"/>
              <a:cs typeface="Nunito Sans Black"/>
              <a:sym typeface="Nunito Sans Black"/>
            </a:endParaRPr>
          </a:p>
        </p:txBody>
      </p:sp>
      <p:pic>
        <p:nvPicPr>
          <p:cNvPr descr="Picture 9" id="371" name="Google Shape;371;p42"/>
          <p:cNvPicPr preferRelativeResize="0"/>
          <p:nvPr/>
        </p:nvPicPr>
        <p:blipFill rotWithShape="1">
          <a:blip r:embed="rId5">
            <a:alphaModFix/>
          </a:blip>
          <a:srcRect b="0" l="0" r="0" t="0"/>
          <a:stretch/>
        </p:blipFill>
        <p:spPr>
          <a:xfrm flipH="1">
            <a:off x="6453860" y="1225994"/>
            <a:ext cx="4545707" cy="4545705"/>
          </a:xfrm>
          <a:prstGeom prst="rect">
            <a:avLst/>
          </a:prstGeom>
          <a:noFill/>
          <a:ln>
            <a:noFill/>
          </a:ln>
        </p:spPr>
      </p:pic>
      <p:sp>
        <p:nvSpPr>
          <p:cNvPr id="372" name="Google Shape;372;p42"/>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3" name="Google Shape;373;p42"/>
          <p:cNvPicPr preferRelativeResize="0"/>
          <p:nvPr/>
        </p:nvPicPr>
        <p:blipFill>
          <a:blip r:embed="rId6">
            <a:alphaModFix/>
          </a:blip>
          <a:stretch>
            <a:fillRect/>
          </a:stretch>
        </p:blipFill>
        <p:spPr>
          <a:xfrm>
            <a:off x="187550" y="303750"/>
            <a:ext cx="468925" cy="394354"/>
          </a:xfrm>
          <a:prstGeom prst="rect">
            <a:avLst/>
          </a:prstGeom>
          <a:noFill/>
          <a:ln>
            <a:noFill/>
          </a:ln>
        </p:spPr>
      </p:pic>
      <p:sp>
        <p:nvSpPr>
          <p:cNvPr id="374" name="Google Shape;374;p42"/>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descr="Picture 4" id="379" name="Google Shape;379;p43"/>
          <p:cNvPicPr preferRelativeResize="0"/>
          <p:nvPr/>
        </p:nvPicPr>
        <p:blipFill rotWithShape="1">
          <a:blip r:embed="rId3">
            <a:alphaModFix/>
          </a:blip>
          <a:srcRect b="0" l="0" r="0" t="0"/>
          <a:stretch/>
        </p:blipFill>
        <p:spPr>
          <a:xfrm>
            <a:off x="5051825" y="477350"/>
            <a:ext cx="5879599" cy="5879599"/>
          </a:xfrm>
          <a:prstGeom prst="rect">
            <a:avLst/>
          </a:prstGeom>
          <a:noFill/>
          <a:ln>
            <a:noFill/>
          </a:ln>
        </p:spPr>
      </p:pic>
      <p:sp>
        <p:nvSpPr>
          <p:cNvPr id="380" name="Google Shape;380;p43"/>
          <p:cNvSpPr/>
          <p:nvPr/>
        </p:nvSpPr>
        <p:spPr>
          <a:xfrm>
            <a:off x="1588224" y="2698573"/>
            <a:ext cx="4108200" cy="20181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rgbClr val="000000"/>
              </a:buClr>
              <a:buSzPts val="1000"/>
              <a:buFont typeface="Arial"/>
              <a:buNone/>
            </a:pPr>
            <a:r>
              <a:rPr i="0" lang="en-US" sz="1200" u="none" cap="none" strike="noStrike">
                <a:solidFill>
                  <a:schemeClr val="dk1"/>
                </a:solidFill>
                <a:latin typeface="Nunito Sans Medium"/>
                <a:ea typeface="Nunito Sans Medium"/>
                <a:cs typeface="Nunito Sans Medium"/>
                <a:sym typeface="Nunito Sans Medium"/>
              </a:rPr>
              <a:t>All the Lorem Ipsum generators on the Internet tend to repeat predefine chunks as necessary, making this the first true generator on the Internet. It uses a dictionary of over 200 Latin words, combined with a handful of model sentence struct, to generate Lorem Ipsum which is so good looks reasonable. The generated Lorem Ipsum is therefore always free from repetition, injected humour, or non-characteristic words etc.</a:t>
            </a:r>
            <a:endParaRPr i="0" sz="1200" u="none" cap="none" strike="noStrike">
              <a:solidFill>
                <a:schemeClr val="dk1"/>
              </a:solidFill>
              <a:latin typeface="Nunito Sans Medium"/>
              <a:ea typeface="Nunito Sans Medium"/>
              <a:cs typeface="Nunito Sans Medium"/>
              <a:sym typeface="Nunito Sans Medium"/>
            </a:endParaRPr>
          </a:p>
        </p:txBody>
      </p:sp>
      <p:sp>
        <p:nvSpPr>
          <p:cNvPr id="381" name="Google Shape;381;p43"/>
          <p:cNvSpPr/>
          <p:nvPr>
            <p:ph idx="2" type="pic"/>
          </p:nvPr>
        </p:nvSpPr>
        <p:spPr>
          <a:xfrm>
            <a:off x="7191457" y="834412"/>
            <a:ext cx="2515200" cy="5165400"/>
          </a:xfrm>
          <a:prstGeom prst="roundRect">
            <a:avLst>
              <a:gd fmla="val 12475" name="adj"/>
            </a:avLst>
          </a:prstGeom>
          <a:solidFill>
            <a:schemeClr val="lt1"/>
          </a:solidFill>
          <a:ln>
            <a:noFill/>
          </a:ln>
        </p:spPr>
      </p:sp>
      <p:pic>
        <p:nvPicPr>
          <p:cNvPr id="382" name="Google Shape;382;p43"/>
          <p:cNvPicPr preferRelativeResize="0"/>
          <p:nvPr/>
        </p:nvPicPr>
        <p:blipFill>
          <a:blip r:embed="rId4">
            <a:alphaModFix/>
          </a:blip>
          <a:stretch>
            <a:fillRect/>
          </a:stretch>
        </p:blipFill>
        <p:spPr>
          <a:xfrm>
            <a:off x="9571450" y="120549"/>
            <a:ext cx="2417350" cy="738700"/>
          </a:xfrm>
          <a:prstGeom prst="rect">
            <a:avLst/>
          </a:prstGeom>
          <a:noFill/>
          <a:ln>
            <a:noFill/>
          </a:ln>
        </p:spPr>
      </p:pic>
      <p:sp>
        <p:nvSpPr>
          <p:cNvPr id="383" name="Google Shape;383;p43"/>
          <p:cNvSpPr txBox="1"/>
          <p:nvPr/>
        </p:nvSpPr>
        <p:spPr>
          <a:xfrm>
            <a:off x="1559325" y="1302200"/>
            <a:ext cx="3995100" cy="11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08B2E3"/>
                </a:solidFill>
                <a:latin typeface="Nunito Sans Black"/>
                <a:ea typeface="Nunito Sans Black"/>
                <a:cs typeface="Nunito Sans Black"/>
                <a:sym typeface="Nunito Sans Black"/>
              </a:rPr>
              <a:t>Lorem ipsum</a:t>
            </a:r>
            <a:endParaRPr sz="3200">
              <a:solidFill>
                <a:srgbClr val="08B2E3"/>
              </a:solidFill>
              <a:latin typeface="Nunito Sans Black"/>
              <a:ea typeface="Nunito Sans Black"/>
              <a:cs typeface="Nunito Sans Black"/>
              <a:sym typeface="Nunito Sans Black"/>
            </a:endParaRPr>
          </a:p>
          <a:p>
            <a:pPr indent="0" lvl="0" marL="0" rtl="0" algn="l">
              <a:spcBef>
                <a:spcPts val="0"/>
              </a:spcBef>
              <a:spcAft>
                <a:spcPts val="0"/>
              </a:spcAft>
              <a:buNone/>
            </a:pPr>
            <a:r>
              <a:rPr lang="en-US" sz="3200">
                <a:solidFill>
                  <a:srgbClr val="08B2E3"/>
                </a:solidFill>
                <a:latin typeface="Nunito Sans Black"/>
                <a:ea typeface="Nunito Sans Black"/>
                <a:cs typeface="Nunito Sans Black"/>
                <a:sym typeface="Nunito Sans Black"/>
              </a:rPr>
              <a:t>dolot siut met</a:t>
            </a:r>
            <a:endParaRPr sz="3200">
              <a:solidFill>
                <a:srgbClr val="08B2E3"/>
              </a:solidFill>
              <a:latin typeface="Nunito Sans Black"/>
              <a:ea typeface="Nunito Sans Black"/>
              <a:cs typeface="Nunito Sans Black"/>
              <a:sym typeface="Nunito Sans Black"/>
            </a:endParaRPr>
          </a:p>
        </p:txBody>
      </p:sp>
      <p:sp>
        <p:nvSpPr>
          <p:cNvPr id="384" name="Google Shape;384;p43"/>
          <p:cNvSpPr/>
          <p:nvPr/>
        </p:nvSpPr>
        <p:spPr>
          <a:xfrm>
            <a:off x="0" y="15550"/>
            <a:ext cx="986400" cy="6858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5" name="Google Shape;385;p43"/>
          <p:cNvPicPr preferRelativeResize="0"/>
          <p:nvPr/>
        </p:nvPicPr>
        <p:blipFill>
          <a:blip r:embed="rId5">
            <a:alphaModFix/>
          </a:blip>
          <a:stretch>
            <a:fillRect/>
          </a:stretch>
        </p:blipFill>
        <p:spPr>
          <a:xfrm>
            <a:off x="187550" y="303750"/>
            <a:ext cx="468925" cy="394354"/>
          </a:xfrm>
          <a:prstGeom prst="rect">
            <a:avLst/>
          </a:prstGeom>
          <a:noFill/>
          <a:ln>
            <a:noFill/>
          </a:ln>
        </p:spPr>
      </p:pic>
      <p:sp>
        <p:nvSpPr>
          <p:cNvPr id="386" name="Google Shape;386;p43"/>
          <p:cNvSpPr txBox="1"/>
          <p:nvPr/>
        </p:nvSpPr>
        <p:spPr>
          <a:xfrm rot="-5400000">
            <a:off x="-1628850" y="4087625"/>
            <a:ext cx="4181700" cy="6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Nunito Sans Medium"/>
                <a:ea typeface="Nunito Sans Medium"/>
                <a:cs typeface="Nunito Sans Medium"/>
                <a:sym typeface="Nunito Sans Medium"/>
              </a:rPr>
              <a:t>Escuela de</a:t>
            </a:r>
            <a:endParaRPr>
              <a:solidFill>
                <a:srgbClr val="FFFFFF"/>
              </a:solidFill>
              <a:latin typeface="Nunito Sans Medium"/>
              <a:ea typeface="Nunito Sans Medium"/>
              <a:cs typeface="Nunito Sans Medium"/>
              <a:sym typeface="Nunito Sans Medium"/>
            </a:endParaRPr>
          </a:p>
          <a:p>
            <a:pPr indent="0" lvl="0" marL="0" rtl="0" algn="l">
              <a:spcBef>
                <a:spcPts val="0"/>
              </a:spcBef>
              <a:spcAft>
                <a:spcPts val="0"/>
              </a:spcAft>
              <a:buNone/>
            </a:pPr>
            <a:r>
              <a:rPr lang="en-US" sz="2200">
                <a:solidFill>
                  <a:srgbClr val="FFFFFF"/>
                </a:solidFill>
                <a:latin typeface="Nunito Sans Black"/>
                <a:ea typeface="Nunito Sans Black"/>
                <a:cs typeface="Nunito Sans Black"/>
                <a:sym typeface="Nunito Sans Black"/>
              </a:rPr>
              <a:t>Ingeniería informática</a:t>
            </a:r>
            <a:endParaRPr sz="2200">
              <a:solidFill>
                <a:srgbClr val="FFFFFF"/>
              </a:solidFill>
              <a:latin typeface="Nunito Sans Black"/>
              <a:ea typeface="Nunito Sans Black"/>
              <a:cs typeface="Nunito Sans Black"/>
              <a:sym typeface="Nunito Sans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pSp>
        <p:nvGrpSpPr>
          <p:cNvPr id="391" name="Google Shape;391;p44"/>
          <p:cNvGrpSpPr/>
          <p:nvPr/>
        </p:nvGrpSpPr>
        <p:grpSpPr>
          <a:xfrm>
            <a:off x="3784521" y="1989671"/>
            <a:ext cx="4623262" cy="4301054"/>
            <a:chOff x="3351990" y="1148808"/>
            <a:chExt cx="750769" cy="698374"/>
          </a:xfrm>
        </p:grpSpPr>
        <p:grpSp>
          <p:nvGrpSpPr>
            <p:cNvPr id="392" name="Google Shape;392;p44"/>
            <p:cNvGrpSpPr/>
            <p:nvPr/>
          </p:nvGrpSpPr>
          <p:grpSpPr>
            <a:xfrm>
              <a:off x="3586796" y="1148808"/>
              <a:ext cx="294857" cy="286830"/>
              <a:chOff x="3750225" y="1774000"/>
              <a:chExt cx="149575" cy="145525"/>
            </a:xfrm>
          </p:grpSpPr>
          <p:sp>
            <p:nvSpPr>
              <p:cNvPr id="393" name="Google Shape;393;p44"/>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FF830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4" name="Google Shape;394;p44"/>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014AA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95" name="Google Shape;395;p44"/>
            <p:cNvGrpSpPr/>
            <p:nvPr/>
          </p:nvGrpSpPr>
          <p:grpSpPr>
            <a:xfrm>
              <a:off x="3779268" y="1375768"/>
              <a:ext cx="323491" cy="286978"/>
              <a:chOff x="3847850" y="1889150"/>
              <a:chExt cx="164100" cy="145600"/>
            </a:xfrm>
          </p:grpSpPr>
          <p:sp>
            <p:nvSpPr>
              <p:cNvPr id="396" name="Google Shape;396;p44"/>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014AA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7" name="Google Shape;397;p44"/>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A2D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398" name="Google Shape;398;p44"/>
            <p:cNvGrpSpPr/>
            <p:nvPr/>
          </p:nvGrpSpPr>
          <p:grpSpPr>
            <a:xfrm>
              <a:off x="3351990" y="1330435"/>
              <a:ext cx="295450" cy="285401"/>
              <a:chOff x="3631100" y="1866150"/>
              <a:chExt cx="149875" cy="144800"/>
            </a:xfrm>
          </p:grpSpPr>
          <p:sp>
            <p:nvSpPr>
              <p:cNvPr id="399" name="Google Shape;399;p44"/>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0" name="Google Shape;400;p44"/>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FF830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p44"/>
            <p:cNvGrpSpPr/>
            <p:nvPr/>
          </p:nvGrpSpPr>
          <p:grpSpPr>
            <a:xfrm>
              <a:off x="3548208" y="1560352"/>
              <a:ext cx="294808" cy="286830"/>
              <a:chOff x="3730650" y="1982800"/>
              <a:chExt cx="149550" cy="145525"/>
            </a:xfrm>
          </p:grpSpPr>
          <p:sp>
            <p:nvSpPr>
              <p:cNvPr id="402" name="Google Shape;402;p44"/>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2D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3" name="Google Shape;403;p44"/>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59595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sp>
        <p:nvSpPr>
          <p:cNvPr id="404" name="Google Shape;404;p44"/>
          <p:cNvSpPr/>
          <p:nvPr/>
        </p:nvSpPr>
        <p:spPr>
          <a:xfrm>
            <a:off x="5803040" y="2559416"/>
            <a:ext cx="485159" cy="325194"/>
          </a:xfrm>
          <a:custGeom>
            <a:rect b="b" l="l" r="r" t="t"/>
            <a:pathLst>
              <a:path extrusionOk="0" h="103" w="160">
                <a:moveTo>
                  <a:pt x="158" y="7"/>
                </a:moveTo>
                <a:cubicBezTo>
                  <a:pt x="83" y="65"/>
                  <a:pt x="83" y="65"/>
                  <a:pt x="83" y="65"/>
                </a:cubicBezTo>
                <a:cubicBezTo>
                  <a:pt x="82" y="65"/>
                  <a:pt x="81" y="66"/>
                  <a:pt x="80" y="66"/>
                </a:cubicBezTo>
                <a:cubicBezTo>
                  <a:pt x="79" y="66"/>
                  <a:pt x="78" y="65"/>
                  <a:pt x="77" y="65"/>
                </a:cubicBezTo>
                <a:cubicBezTo>
                  <a:pt x="2" y="7"/>
                  <a:pt x="2" y="7"/>
                  <a:pt x="2" y="7"/>
                </a:cubicBezTo>
                <a:cubicBezTo>
                  <a:pt x="1" y="9"/>
                  <a:pt x="0" y="12"/>
                  <a:pt x="0" y="14"/>
                </a:cubicBezTo>
                <a:cubicBezTo>
                  <a:pt x="0" y="89"/>
                  <a:pt x="0" y="89"/>
                  <a:pt x="0" y="89"/>
                </a:cubicBezTo>
                <a:cubicBezTo>
                  <a:pt x="0" y="97"/>
                  <a:pt x="6" y="103"/>
                  <a:pt x="14" y="103"/>
                </a:cubicBezTo>
                <a:cubicBezTo>
                  <a:pt x="146" y="103"/>
                  <a:pt x="146" y="103"/>
                  <a:pt x="146" y="103"/>
                </a:cubicBezTo>
                <a:cubicBezTo>
                  <a:pt x="154" y="103"/>
                  <a:pt x="160" y="97"/>
                  <a:pt x="160" y="89"/>
                </a:cubicBezTo>
                <a:cubicBezTo>
                  <a:pt x="160" y="14"/>
                  <a:pt x="160" y="14"/>
                  <a:pt x="160" y="14"/>
                </a:cubicBezTo>
                <a:cubicBezTo>
                  <a:pt x="160" y="12"/>
                  <a:pt x="159" y="9"/>
                  <a:pt x="158" y="7"/>
                </a:cubicBezTo>
                <a:close/>
                <a:moveTo>
                  <a:pt x="150" y="1"/>
                </a:moveTo>
                <a:cubicBezTo>
                  <a:pt x="148" y="0"/>
                  <a:pt x="147" y="0"/>
                  <a:pt x="146" y="0"/>
                </a:cubicBezTo>
                <a:cubicBezTo>
                  <a:pt x="14" y="0"/>
                  <a:pt x="14" y="0"/>
                  <a:pt x="14" y="0"/>
                </a:cubicBezTo>
                <a:cubicBezTo>
                  <a:pt x="12" y="0"/>
                  <a:pt x="11" y="0"/>
                  <a:pt x="10" y="1"/>
                </a:cubicBezTo>
                <a:cubicBezTo>
                  <a:pt x="80" y="55"/>
                  <a:pt x="80" y="55"/>
                  <a:pt x="80" y="55"/>
                </a:cubicBezTo>
                <a:lnTo>
                  <a:pt x="150" y="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44"/>
          <p:cNvSpPr/>
          <p:nvPr/>
        </p:nvSpPr>
        <p:spPr>
          <a:xfrm>
            <a:off x="4393880" y="3903482"/>
            <a:ext cx="405519" cy="377372"/>
          </a:xfrm>
          <a:custGeom>
            <a:rect b="b" l="l" r="r" t="t"/>
            <a:pathLst>
              <a:path extrusionOk="0" h="143" w="160">
                <a:moveTo>
                  <a:pt x="133" y="27"/>
                </a:moveTo>
                <a:lnTo>
                  <a:pt x="133" y="106"/>
                </a:lnTo>
                <a:lnTo>
                  <a:pt x="124" y="99"/>
                </a:lnTo>
                <a:lnTo>
                  <a:pt x="118" y="94"/>
                </a:lnTo>
                <a:lnTo>
                  <a:pt x="112" y="91"/>
                </a:lnTo>
                <a:lnTo>
                  <a:pt x="105" y="87"/>
                </a:lnTo>
                <a:lnTo>
                  <a:pt x="99" y="85"/>
                </a:lnTo>
                <a:lnTo>
                  <a:pt x="92" y="83"/>
                </a:lnTo>
                <a:lnTo>
                  <a:pt x="85" y="81"/>
                </a:lnTo>
                <a:lnTo>
                  <a:pt x="78" y="80"/>
                </a:lnTo>
                <a:lnTo>
                  <a:pt x="71" y="80"/>
                </a:lnTo>
                <a:lnTo>
                  <a:pt x="71" y="53"/>
                </a:lnTo>
                <a:lnTo>
                  <a:pt x="78" y="53"/>
                </a:lnTo>
                <a:lnTo>
                  <a:pt x="85" y="52"/>
                </a:lnTo>
                <a:lnTo>
                  <a:pt x="92" y="50"/>
                </a:lnTo>
                <a:lnTo>
                  <a:pt x="99" y="48"/>
                </a:lnTo>
                <a:lnTo>
                  <a:pt x="105" y="46"/>
                </a:lnTo>
                <a:lnTo>
                  <a:pt x="112" y="43"/>
                </a:lnTo>
                <a:lnTo>
                  <a:pt x="118" y="39"/>
                </a:lnTo>
                <a:lnTo>
                  <a:pt x="124" y="35"/>
                </a:lnTo>
                <a:lnTo>
                  <a:pt x="133" y="27"/>
                </a:lnTo>
                <a:lnTo>
                  <a:pt x="133" y="27"/>
                </a:lnTo>
                <a:lnTo>
                  <a:pt x="133" y="27"/>
                </a:lnTo>
                <a:close/>
                <a:moveTo>
                  <a:pt x="142" y="0"/>
                </a:moveTo>
                <a:lnTo>
                  <a:pt x="139" y="0"/>
                </a:lnTo>
                <a:lnTo>
                  <a:pt x="136" y="1"/>
                </a:lnTo>
                <a:lnTo>
                  <a:pt x="113" y="21"/>
                </a:lnTo>
                <a:lnTo>
                  <a:pt x="108" y="24"/>
                </a:lnTo>
                <a:lnTo>
                  <a:pt x="103" y="27"/>
                </a:lnTo>
                <a:lnTo>
                  <a:pt x="98" y="29"/>
                </a:lnTo>
                <a:lnTo>
                  <a:pt x="93" y="31"/>
                </a:lnTo>
                <a:lnTo>
                  <a:pt x="88" y="33"/>
                </a:lnTo>
                <a:lnTo>
                  <a:pt x="82" y="34"/>
                </a:lnTo>
                <a:lnTo>
                  <a:pt x="76" y="35"/>
                </a:lnTo>
                <a:lnTo>
                  <a:pt x="71" y="35"/>
                </a:lnTo>
                <a:lnTo>
                  <a:pt x="14" y="35"/>
                </a:lnTo>
                <a:lnTo>
                  <a:pt x="10" y="37"/>
                </a:lnTo>
                <a:lnTo>
                  <a:pt x="7" y="38"/>
                </a:lnTo>
                <a:lnTo>
                  <a:pt x="5" y="40"/>
                </a:lnTo>
                <a:lnTo>
                  <a:pt x="3" y="43"/>
                </a:lnTo>
                <a:lnTo>
                  <a:pt x="1" y="46"/>
                </a:lnTo>
                <a:lnTo>
                  <a:pt x="0" y="49"/>
                </a:lnTo>
                <a:lnTo>
                  <a:pt x="0" y="53"/>
                </a:lnTo>
                <a:lnTo>
                  <a:pt x="0" y="80"/>
                </a:lnTo>
                <a:lnTo>
                  <a:pt x="0" y="83"/>
                </a:lnTo>
                <a:lnTo>
                  <a:pt x="1" y="87"/>
                </a:lnTo>
                <a:lnTo>
                  <a:pt x="3" y="90"/>
                </a:lnTo>
                <a:lnTo>
                  <a:pt x="5" y="92"/>
                </a:lnTo>
                <a:lnTo>
                  <a:pt x="7" y="95"/>
                </a:lnTo>
                <a:lnTo>
                  <a:pt x="10" y="96"/>
                </a:lnTo>
                <a:lnTo>
                  <a:pt x="14" y="97"/>
                </a:lnTo>
                <a:lnTo>
                  <a:pt x="17" y="98"/>
                </a:lnTo>
                <a:lnTo>
                  <a:pt x="27" y="98"/>
                </a:lnTo>
                <a:lnTo>
                  <a:pt x="26" y="102"/>
                </a:lnTo>
                <a:lnTo>
                  <a:pt x="26" y="107"/>
                </a:lnTo>
                <a:lnTo>
                  <a:pt x="26" y="115"/>
                </a:lnTo>
                <a:lnTo>
                  <a:pt x="28" y="123"/>
                </a:lnTo>
                <a:lnTo>
                  <a:pt x="30" y="131"/>
                </a:lnTo>
                <a:lnTo>
                  <a:pt x="33" y="138"/>
                </a:lnTo>
                <a:lnTo>
                  <a:pt x="34" y="140"/>
                </a:lnTo>
                <a:lnTo>
                  <a:pt x="36" y="141"/>
                </a:lnTo>
                <a:lnTo>
                  <a:pt x="38" y="142"/>
                </a:lnTo>
                <a:lnTo>
                  <a:pt x="41" y="143"/>
                </a:lnTo>
                <a:lnTo>
                  <a:pt x="62" y="143"/>
                </a:lnTo>
                <a:lnTo>
                  <a:pt x="64" y="142"/>
                </a:lnTo>
                <a:lnTo>
                  <a:pt x="67" y="141"/>
                </a:lnTo>
                <a:lnTo>
                  <a:pt x="68" y="140"/>
                </a:lnTo>
                <a:lnTo>
                  <a:pt x="70" y="138"/>
                </a:lnTo>
                <a:lnTo>
                  <a:pt x="71" y="135"/>
                </a:lnTo>
                <a:lnTo>
                  <a:pt x="71" y="133"/>
                </a:lnTo>
                <a:lnTo>
                  <a:pt x="70" y="131"/>
                </a:lnTo>
                <a:lnTo>
                  <a:pt x="69" y="128"/>
                </a:lnTo>
                <a:lnTo>
                  <a:pt x="66" y="124"/>
                </a:lnTo>
                <a:lnTo>
                  <a:pt x="63" y="118"/>
                </a:lnTo>
                <a:lnTo>
                  <a:pt x="62" y="113"/>
                </a:lnTo>
                <a:lnTo>
                  <a:pt x="62" y="107"/>
                </a:lnTo>
                <a:lnTo>
                  <a:pt x="62" y="102"/>
                </a:lnTo>
                <a:lnTo>
                  <a:pt x="63" y="98"/>
                </a:lnTo>
                <a:lnTo>
                  <a:pt x="71" y="98"/>
                </a:lnTo>
                <a:lnTo>
                  <a:pt x="76" y="98"/>
                </a:lnTo>
                <a:lnTo>
                  <a:pt x="82" y="99"/>
                </a:lnTo>
                <a:lnTo>
                  <a:pt x="88" y="100"/>
                </a:lnTo>
                <a:lnTo>
                  <a:pt x="93" y="102"/>
                </a:lnTo>
                <a:lnTo>
                  <a:pt x="98" y="104"/>
                </a:lnTo>
                <a:lnTo>
                  <a:pt x="103" y="106"/>
                </a:lnTo>
                <a:lnTo>
                  <a:pt x="108" y="109"/>
                </a:lnTo>
                <a:lnTo>
                  <a:pt x="113" y="113"/>
                </a:lnTo>
                <a:lnTo>
                  <a:pt x="136" y="131"/>
                </a:lnTo>
                <a:lnTo>
                  <a:pt x="139" y="133"/>
                </a:lnTo>
                <a:lnTo>
                  <a:pt x="142" y="134"/>
                </a:lnTo>
                <a:lnTo>
                  <a:pt x="144" y="133"/>
                </a:lnTo>
                <a:lnTo>
                  <a:pt x="146" y="132"/>
                </a:lnTo>
                <a:lnTo>
                  <a:pt x="148" y="131"/>
                </a:lnTo>
                <a:lnTo>
                  <a:pt x="149" y="130"/>
                </a:lnTo>
                <a:lnTo>
                  <a:pt x="150" y="129"/>
                </a:lnTo>
                <a:lnTo>
                  <a:pt x="150" y="127"/>
                </a:lnTo>
                <a:lnTo>
                  <a:pt x="151" y="125"/>
                </a:lnTo>
                <a:lnTo>
                  <a:pt x="151" y="82"/>
                </a:lnTo>
                <a:lnTo>
                  <a:pt x="152" y="81"/>
                </a:lnTo>
                <a:lnTo>
                  <a:pt x="154" y="79"/>
                </a:lnTo>
                <a:lnTo>
                  <a:pt x="156" y="78"/>
                </a:lnTo>
                <a:lnTo>
                  <a:pt x="157" y="75"/>
                </a:lnTo>
                <a:lnTo>
                  <a:pt x="158" y="74"/>
                </a:lnTo>
                <a:lnTo>
                  <a:pt x="159" y="71"/>
                </a:lnTo>
                <a:lnTo>
                  <a:pt x="160" y="69"/>
                </a:lnTo>
                <a:lnTo>
                  <a:pt x="160" y="66"/>
                </a:lnTo>
                <a:lnTo>
                  <a:pt x="159" y="64"/>
                </a:lnTo>
                <a:lnTo>
                  <a:pt x="158" y="61"/>
                </a:lnTo>
                <a:lnTo>
                  <a:pt x="157" y="59"/>
                </a:lnTo>
                <a:lnTo>
                  <a:pt x="155" y="57"/>
                </a:lnTo>
                <a:lnTo>
                  <a:pt x="152" y="52"/>
                </a:lnTo>
                <a:lnTo>
                  <a:pt x="151" y="51"/>
                </a:lnTo>
                <a:lnTo>
                  <a:pt x="151" y="8"/>
                </a:lnTo>
                <a:lnTo>
                  <a:pt x="151" y="6"/>
                </a:lnTo>
                <a:lnTo>
                  <a:pt x="150" y="4"/>
                </a:lnTo>
                <a:lnTo>
                  <a:pt x="149" y="3"/>
                </a:lnTo>
                <a:lnTo>
                  <a:pt x="148" y="2"/>
                </a:lnTo>
                <a:lnTo>
                  <a:pt x="146" y="0"/>
                </a:lnTo>
                <a:lnTo>
                  <a:pt x="144" y="0"/>
                </a:lnTo>
                <a:lnTo>
                  <a:pt x="142" y="0"/>
                </a:lnTo>
                <a:lnTo>
                  <a:pt x="142" y="0"/>
                </a:lnTo>
                <a:lnTo>
                  <a:pt x="14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descr="Rocket" id="406" name="Google Shape;406;p44"/>
          <p:cNvGrpSpPr/>
          <p:nvPr/>
        </p:nvGrpSpPr>
        <p:grpSpPr>
          <a:xfrm>
            <a:off x="7208118" y="3951807"/>
            <a:ext cx="472243" cy="470643"/>
            <a:chOff x="6162206" y="3496767"/>
            <a:chExt cx="767138" cy="764539"/>
          </a:xfrm>
        </p:grpSpPr>
        <p:sp>
          <p:nvSpPr>
            <p:cNvPr id="407" name="Google Shape;407;p44"/>
            <p:cNvSpPr/>
            <p:nvPr/>
          </p:nvSpPr>
          <p:spPr>
            <a:xfrm>
              <a:off x="6754597" y="3496767"/>
              <a:ext cx="174747" cy="167919"/>
            </a:xfrm>
            <a:custGeom>
              <a:rect b="b" l="l" r="r" t="t"/>
              <a:pathLst>
                <a:path extrusionOk="0" h="167919" w="174747">
                  <a:moveTo>
                    <a:pt x="170498" y="5042"/>
                  </a:moveTo>
                  <a:cubicBezTo>
                    <a:pt x="157163" y="-8293"/>
                    <a:pt x="71438" y="6947"/>
                    <a:pt x="0" y="25997"/>
                  </a:cubicBezTo>
                  <a:cubicBezTo>
                    <a:pt x="25717" y="41237"/>
                    <a:pt x="52388" y="62192"/>
                    <a:pt x="78105" y="87910"/>
                  </a:cubicBezTo>
                  <a:cubicBezTo>
                    <a:pt x="104775" y="114580"/>
                    <a:pt x="125730" y="141250"/>
                    <a:pt x="140970" y="167920"/>
                  </a:cubicBezTo>
                  <a:cubicBezTo>
                    <a:pt x="160020" y="94577"/>
                    <a:pt x="184785" y="18377"/>
                    <a:pt x="170498" y="50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8" name="Google Shape;408;p44"/>
            <p:cNvSpPr/>
            <p:nvPr/>
          </p:nvSpPr>
          <p:spPr>
            <a:xfrm>
              <a:off x="6162206" y="3758627"/>
              <a:ext cx="232345" cy="222232"/>
            </a:xfrm>
            <a:custGeom>
              <a:rect b="b" l="l" r="r" t="t"/>
              <a:pathLst>
                <a:path extrusionOk="0" h="222232" w="232345">
                  <a:moveTo>
                    <a:pt x="232346" y="14645"/>
                  </a:moveTo>
                  <a:lnTo>
                    <a:pt x="199961" y="2262"/>
                  </a:lnTo>
                  <a:cubicBezTo>
                    <a:pt x="186626" y="-2500"/>
                    <a:pt x="172338" y="357"/>
                    <a:pt x="161861" y="9882"/>
                  </a:cubicBezTo>
                  <a:lnTo>
                    <a:pt x="10413" y="161330"/>
                  </a:lnTo>
                  <a:cubicBezTo>
                    <a:pt x="-14352" y="186095"/>
                    <a:pt x="8508" y="228957"/>
                    <a:pt x="42798" y="221337"/>
                  </a:cubicBezTo>
                  <a:lnTo>
                    <a:pt x="169481" y="192762"/>
                  </a:lnTo>
                  <a:cubicBezTo>
                    <a:pt x="179958" y="145137"/>
                    <a:pt x="197103" y="81320"/>
                    <a:pt x="232346" y="1464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44"/>
            <p:cNvSpPr/>
            <p:nvPr/>
          </p:nvSpPr>
          <p:spPr>
            <a:xfrm>
              <a:off x="6442218" y="4021875"/>
              <a:ext cx="222671" cy="239431"/>
            </a:xfrm>
            <a:custGeom>
              <a:rect b="b" l="l" r="r" t="t"/>
              <a:pathLst>
                <a:path extrusionOk="0" h="239431" w="222671">
                  <a:moveTo>
                    <a:pt x="204747" y="0"/>
                  </a:moveTo>
                  <a:cubicBezTo>
                    <a:pt x="140929" y="33338"/>
                    <a:pt x="79969" y="51435"/>
                    <a:pt x="30439" y="60960"/>
                  </a:cubicBezTo>
                  <a:lnTo>
                    <a:pt x="912" y="196215"/>
                  </a:lnTo>
                  <a:cubicBezTo>
                    <a:pt x="-6708" y="230505"/>
                    <a:pt x="35202" y="254317"/>
                    <a:pt x="60919" y="228600"/>
                  </a:cubicBezTo>
                  <a:lnTo>
                    <a:pt x="212367" y="77152"/>
                  </a:lnTo>
                  <a:cubicBezTo>
                    <a:pt x="221892" y="67627"/>
                    <a:pt x="225702" y="52388"/>
                    <a:pt x="219987" y="39052"/>
                  </a:cubicBezTo>
                  <a:lnTo>
                    <a:pt x="204747"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0" name="Google Shape;410;p44"/>
            <p:cNvSpPr/>
            <p:nvPr/>
          </p:nvSpPr>
          <p:spPr>
            <a:xfrm>
              <a:off x="6365025" y="3539909"/>
              <a:ext cx="512445" cy="511492"/>
            </a:xfrm>
            <a:custGeom>
              <a:rect b="b" l="l" r="r" t="t"/>
              <a:pathLst>
                <a:path extrusionOk="0" h="511492" w="512445">
                  <a:moveTo>
                    <a:pt x="338138" y="0"/>
                  </a:moveTo>
                  <a:cubicBezTo>
                    <a:pt x="281940" y="22860"/>
                    <a:pt x="218123" y="61913"/>
                    <a:pt x="156210" y="123825"/>
                  </a:cubicBezTo>
                  <a:cubicBezTo>
                    <a:pt x="42863" y="237173"/>
                    <a:pt x="9525" y="374333"/>
                    <a:pt x="0" y="452438"/>
                  </a:cubicBezTo>
                  <a:lnTo>
                    <a:pt x="59055" y="511493"/>
                  </a:lnTo>
                  <a:cubicBezTo>
                    <a:pt x="137160" y="501968"/>
                    <a:pt x="275273" y="469583"/>
                    <a:pt x="388620" y="356235"/>
                  </a:cubicBezTo>
                  <a:cubicBezTo>
                    <a:pt x="450533" y="294323"/>
                    <a:pt x="489585" y="231458"/>
                    <a:pt x="512445" y="175260"/>
                  </a:cubicBezTo>
                  <a:cubicBezTo>
                    <a:pt x="500063" y="143828"/>
                    <a:pt x="475298" y="106680"/>
                    <a:pt x="440055" y="70485"/>
                  </a:cubicBezTo>
                  <a:cubicBezTo>
                    <a:pt x="405765" y="37147"/>
                    <a:pt x="369570" y="12383"/>
                    <a:pt x="338138" y="0"/>
                  </a:cubicBezTo>
                  <a:close/>
                  <a:moveTo>
                    <a:pt x="386715" y="205740"/>
                  </a:moveTo>
                  <a:cubicBezTo>
                    <a:pt x="364808" y="227648"/>
                    <a:pt x="328613" y="227648"/>
                    <a:pt x="305753" y="205740"/>
                  </a:cubicBezTo>
                  <a:cubicBezTo>
                    <a:pt x="283845" y="183833"/>
                    <a:pt x="283845" y="147638"/>
                    <a:pt x="305753" y="124778"/>
                  </a:cubicBezTo>
                  <a:cubicBezTo>
                    <a:pt x="327660" y="102870"/>
                    <a:pt x="363855" y="102870"/>
                    <a:pt x="386715" y="124778"/>
                  </a:cubicBezTo>
                  <a:cubicBezTo>
                    <a:pt x="408623" y="147638"/>
                    <a:pt x="408623" y="183833"/>
                    <a:pt x="386715" y="20574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1" name="Google Shape;411;p44"/>
            <p:cNvSpPr/>
            <p:nvPr/>
          </p:nvSpPr>
          <p:spPr>
            <a:xfrm>
              <a:off x="6252837" y="4027927"/>
              <a:ext cx="135662" cy="135943"/>
            </a:xfrm>
            <a:custGeom>
              <a:rect b="b" l="l" r="r" t="t"/>
              <a:pathLst>
                <a:path extrusionOk="0" h="135943" w="135662">
                  <a:moveTo>
                    <a:pt x="111235" y="24428"/>
                  </a:moveTo>
                  <a:cubicBezTo>
                    <a:pt x="95995" y="9188"/>
                    <a:pt x="97900" y="-16530"/>
                    <a:pt x="66467" y="14903"/>
                  </a:cubicBezTo>
                  <a:cubicBezTo>
                    <a:pt x="35035" y="46335"/>
                    <a:pt x="-11638" y="117773"/>
                    <a:pt x="2650" y="133013"/>
                  </a:cubicBezTo>
                  <a:cubicBezTo>
                    <a:pt x="17890" y="148253"/>
                    <a:pt x="89327" y="100628"/>
                    <a:pt x="120760" y="69195"/>
                  </a:cubicBezTo>
                  <a:cubicBezTo>
                    <a:pt x="152192" y="36810"/>
                    <a:pt x="126475" y="38715"/>
                    <a:pt x="111235" y="2442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2" name="Google Shape;412;p44"/>
          <p:cNvSpPr/>
          <p:nvPr/>
        </p:nvSpPr>
        <p:spPr>
          <a:xfrm>
            <a:off x="5803039" y="5313677"/>
            <a:ext cx="485159" cy="387286"/>
          </a:xfrm>
          <a:custGeom>
            <a:rect b="b" l="l" r="r" t="t"/>
            <a:pathLst>
              <a:path extrusionOk="0" h="121" w="160">
                <a:moveTo>
                  <a:pt x="151" y="20"/>
                </a:moveTo>
                <a:cubicBezTo>
                  <a:pt x="109" y="20"/>
                  <a:pt x="109" y="20"/>
                  <a:pt x="109" y="20"/>
                </a:cubicBezTo>
                <a:cubicBezTo>
                  <a:pt x="109" y="10"/>
                  <a:pt x="109" y="10"/>
                  <a:pt x="109" y="10"/>
                </a:cubicBezTo>
                <a:cubicBezTo>
                  <a:pt x="109" y="5"/>
                  <a:pt x="105" y="0"/>
                  <a:pt x="99" y="0"/>
                </a:cubicBezTo>
                <a:cubicBezTo>
                  <a:pt x="63" y="0"/>
                  <a:pt x="63" y="0"/>
                  <a:pt x="63" y="0"/>
                </a:cubicBezTo>
                <a:cubicBezTo>
                  <a:pt x="58" y="0"/>
                  <a:pt x="53" y="5"/>
                  <a:pt x="53" y="10"/>
                </a:cubicBezTo>
                <a:cubicBezTo>
                  <a:pt x="53" y="20"/>
                  <a:pt x="53" y="20"/>
                  <a:pt x="53" y="20"/>
                </a:cubicBezTo>
                <a:cubicBezTo>
                  <a:pt x="10" y="20"/>
                  <a:pt x="10" y="20"/>
                  <a:pt x="10" y="20"/>
                </a:cubicBezTo>
                <a:cubicBezTo>
                  <a:pt x="5" y="20"/>
                  <a:pt x="0" y="24"/>
                  <a:pt x="0" y="29"/>
                </a:cubicBezTo>
                <a:cubicBezTo>
                  <a:pt x="0" y="112"/>
                  <a:pt x="0" y="112"/>
                  <a:pt x="0" y="112"/>
                </a:cubicBezTo>
                <a:cubicBezTo>
                  <a:pt x="0" y="117"/>
                  <a:pt x="5" y="121"/>
                  <a:pt x="10" y="121"/>
                </a:cubicBezTo>
                <a:cubicBezTo>
                  <a:pt x="151" y="121"/>
                  <a:pt x="151" y="121"/>
                  <a:pt x="151" y="121"/>
                </a:cubicBezTo>
                <a:cubicBezTo>
                  <a:pt x="156" y="121"/>
                  <a:pt x="160" y="117"/>
                  <a:pt x="160" y="112"/>
                </a:cubicBezTo>
                <a:cubicBezTo>
                  <a:pt x="160" y="29"/>
                  <a:pt x="160" y="29"/>
                  <a:pt x="160" y="29"/>
                </a:cubicBezTo>
                <a:cubicBezTo>
                  <a:pt x="160" y="24"/>
                  <a:pt x="156" y="20"/>
                  <a:pt x="151" y="20"/>
                </a:cubicBezTo>
                <a:close/>
                <a:moveTo>
                  <a:pt x="60" y="10"/>
                </a:moveTo>
                <a:cubicBezTo>
                  <a:pt x="60" y="8"/>
                  <a:pt x="61" y="7"/>
                  <a:pt x="63" y="7"/>
                </a:cubicBezTo>
                <a:cubicBezTo>
                  <a:pt x="99" y="7"/>
                  <a:pt x="99" y="7"/>
                  <a:pt x="99" y="7"/>
                </a:cubicBezTo>
                <a:cubicBezTo>
                  <a:pt x="101" y="7"/>
                  <a:pt x="103" y="8"/>
                  <a:pt x="103" y="10"/>
                </a:cubicBezTo>
                <a:cubicBezTo>
                  <a:pt x="103" y="20"/>
                  <a:pt x="103" y="20"/>
                  <a:pt x="103" y="20"/>
                </a:cubicBezTo>
                <a:cubicBezTo>
                  <a:pt x="60" y="20"/>
                  <a:pt x="60" y="20"/>
                  <a:pt x="60" y="20"/>
                </a:cubicBezTo>
                <a:lnTo>
                  <a:pt x="60" y="10"/>
                </a:lnTo>
                <a:close/>
                <a:moveTo>
                  <a:pt x="104" y="74"/>
                </a:moveTo>
                <a:cubicBezTo>
                  <a:pt x="87" y="74"/>
                  <a:pt x="87" y="74"/>
                  <a:pt x="87" y="74"/>
                </a:cubicBezTo>
                <a:cubicBezTo>
                  <a:pt x="87" y="91"/>
                  <a:pt x="87" y="91"/>
                  <a:pt x="87" y="91"/>
                </a:cubicBezTo>
                <a:cubicBezTo>
                  <a:pt x="75" y="91"/>
                  <a:pt x="75" y="91"/>
                  <a:pt x="75" y="91"/>
                </a:cubicBezTo>
                <a:cubicBezTo>
                  <a:pt x="75" y="74"/>
                  <a:pt x="75" y="74"/>
                  <a:pt x="75" y="74"/>
                </a:cubicBezTo>
                <a:cubicBezTo>
                  <a:pt x="58" y="74"/>
                  <a:pt x="58" y="74"/>
                  <a:pt x="58" y="74"/>
                </a:cubicBezTo>
                <a:cubicBezTo>
                  <a:pt x="58" y="62"/>
                  <a:pt x="58" y="62"/>
                  <a:pt x="58" y="62"/>
                </a:cubicBezTo>
                <a:cubicBezTo>
                  <a:pt x="75" y="62"/>
                  <a:pt x="75" y="62"/>
                  <a:pt x="75" y="62"/>
                </a:cubicBezTo>
                <a:cubicBezTo>
                  <a:pt x="75" y="45"/>
                  <a:pt x="75" y="45"/>
                  <a:pt x="75" y="45"/>
                </a:cubicBezTo>
                <a:cubicBezTo>
                  <a:pt x="87" y="45"/>
                  <a:pt x="87" y="45"/>
                  <a:pt x="87" y="45"/>
                </a:cubicBezTo>
                <a:cubicBezTo>
                  <a:pt x="87" y="62"/>
                  <a:pt x="87" y="62"/>
                  <a:pt x="87" y="62"/>
                </a:cubicBezTo>
                <a:cubicBezTo>
                  <a:pt x="104" y="62"/>
                  <a:pt x="104" y="62"/>
                  <a:pt x="104" y="62"/>
                </a:cubicBezTo>
                <a:lnTo>
                  <a:pt x="104" y="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p44"/>
          <p:cNvSpPr/>
          <p:nvPr/>
        </p:nvSpPr>
        <p:spPr>
          <a:xfrm>
            <a:off x="8331581" y="5045228"/>
            <a:ext cx="2350107" cy="78483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Lorep  ipsum duis aute irure dolor in kauselih oiluek eprehfa hreer deriti vols daqeesse cill.</a:t>
            </a:r>
            <a:endParaRPr b="0" i="0" sz="1000" u="none" cap="none" strike="noStrike">
              <a:solidFill>
                <a:schemeClr val="dk1"/>
              </a:solidFill>
              <a:latin typeface="Poppins"/>
              <a:ea typeface="Poppins"/>
              <a:cs typeface="Poppins"/>
              <a:sym typeface="Poppins"/>
            </a:endParaRPr>
          </a:p>
        </p:txBody>
      </p:sp>
      <p:sp>
        <p:nvSpPr>
          <p:cNvPr id="414" name="Google Shape;414;p44"/>
          <p:cNvSpPr/>
          <p:nvPr/>
        </p:nvSpPr>
        <p:spPr>
          <a:xfrm>
            <a:off x="8331581" y="2825791"/>
            <a:ext cx="2350107" cy="78483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Lorep  ipsum duis aute irure dolor in kauselih oiluek eprehfa hreer deriti vols daqeesse cill.</a:t>
            </a:r>
            <a:endParaRPr b="0" i="0" sz="1000" u="none" cap="none" strike="noStrike">
              <a:solidFill>
                <a:schemeClr val="dk1"/>
              </a:solidFill>
              <a:latin typeface="Poppins"/>
              <a:ea typeface="Poppins"/>
              <a:cs typeface="Poppins"/>
              <a:sym typeface="Poppins"/>
            </a:endParaRPr>
          </a:p>
        </p:txBody>
      </p:sp>
      <p:sp>
        <p:nvSpPr>
          <p:cNvPr id="415" name="Google Shape;415;p44"/>
          <p:cNvSpPr/>
          <p:nvPr/>
        </p:nvSpPr>
        <p:spPr>
          <a:xfrm>
            <a:off x="998279" y="2825791"/>
            <a:ext cx="2350107" cy="784830"/>
          </a:xfrm>
          <a:prstGeom prst="rect">
            <a:avLst/>
          </a:prstGeom>
          <a:noFill/>
          <a:ln>
            <a:noFill/>
          </a:ln>
        </p:spPr>
        <p:txBody>
          <a:bodyPr anchorCtr="0" anchor="t" bIns="45700" lIns="91425" spcFirstLastPara="1" rIns="91425" wrap="square" tIns="45700">
            <a:noAutofit/>
          </a:bodyPr>
          <a:lstStyle/>
          <a:p>
            <a:pPr indent="0" lvl="0" marL="0" marR="0" rtl="0" algn="r">
              <a:lnSpc>
                <a:spcPct val="15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Lorep  ipsum duis aute irure dolor in kauselih oiluek eprehfa hreer deriti vols daqeesse cill.</a:t>
            </a:r>
            <a:endParaRPr b="0" i="0" sz="1000" u="none" cap="none" strike="noStrike">
              <a:solidFill>
                <a:schemeClr val="dk1"/>
              </a:solidFill>
              <a:latin typeface="Poppins"/>
              <a:ea typeface="Poppins"/>
              <a:cs typeface="Poppins"/>
              <a:sym typeface="Poppins"/>
            </a:endParaRPr>
          </a:p>
        </p:txBody>
      </p:sp>
      <p:sp>
        <p:nvSpPr>
          <p:cNvPr id="416" name="Google Shape;416;p44"/>
          <p:cNvSpPr/>
          <p:nvPr/>
        </p:nvSpPr>
        <p:spPr>
          <a:xfrm>
            <a:off x="998279" y="5044866"/>
            <a:ext cx="2350107" cy="784830"/>
          </a:xfrm>
          <a:prstGeom prst="rect">
            <a:avLst/>
          </a:prstGeom>
          <a:noFill/>
          <a:ln>
            <a:noFill/>
          </a:ln>
        </p:spPr>
        <p:txBody>
          <a:bodyPr anchorCtr="0" anchor="t" bIns="45700" lIns="91425" spcFirstLastPara="1" rIns="91425" wrap="square" tIns="45700">
            <a:noAutofit/>
          </a:bodyPr>
          <a:lstStyle/>
          <a:p>
            <a:pPr indent="0" lvl="0" marL="0" marR="0" rtl="0" algn="r">
              <a:lnSpc>
                <a:spcPct val="150000"/>
              </a:lnSpc>
              <a:spcBef>
                <a:spcPts val="0"/>
              </a:spcBef>
              <a:spcAft>
                <a:spcPts val="0"/>
              </a:spcAft>
              <a:buClr>
                <a:srgbClr val="000000"/>
              </a:buClr>
              <a:buSzPts val="1000"/>
              <a:buFont typeface="Arial"/>
              <a:buNone/>
            </a:pPr>
            <a:r>
              <a:rPr b="0" i="0" lang="en-US" sz="1000" u="none" cap="none" strike="noStrike">
                <a:solidFill>
                  <a:schemeClr val="dk1"/>
                </a:solidFill>
                <a:latin typeface="Poppins"/>
                <a:ea typeface="Poppins"/>
                <a:cs typeface="Poppins"/>
                <a:sym typeface="Poppins"/>
              </a:rPr>
              <a:t>Lorep  ipsum duis aute irure dolor in kauselih oiluek eprehfa hreer deriti vols daqeesse cill.</a:t>
            </a:r>
            <a:endParaRPr b="0" i="0" sz="1000" u="none" cap="none" strike="noStrike">
              <a:solidFill>
                <a:schemeClr val="dk1"/>
              </a:solidFill>
              <a:latin typeface="Poppins"/>
              <a:ea typeface="Poppins"/>
              <a:cs typeface="Poppins"/>
              <a:sym typeface="Poppins"/>
            </a:endParaRPr>
          </a:p>
        </p:txBody>
      </p:sp>
      <p:sp>
        <p:nvSpPr>
          <p:cNvPr id="417" name="Google Shape;417;p44"/>
          <p:cNvSpPr txBox="1"/>
          <p:nvPr/>
        </p:nvSpPr>
        <p:spPr>
          <a:xfrm>
            <a:off x="3703169" y="621736"/>
            <a:ext cx="48702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rgbClr val="595959"/>
                </a:solidFill>
                <a:latin typeface="Nunito Sans ExtraBold"/>
                <a:ea typeface="Nunito Sans ExtraBold"/>
                <a:cs typeface="Nunito Sans ExtraBold"/>
                <a:sym typeface="Nunito Sans ExtraBold"/>
              </a:rPr>
              <a:t>Infographic</a:t>
            </a:r>
            <a:endParaRPr>
              <a:solidFill>
                <a:srgbClr val="595959"/>
              </a:solidFill>
              <a:latin typeface="Nunito Sans ExtraBold"/>
              <a:ea typeface="Nunito Sans ExtraBold"/>
              <a:cs typeface="Nunito Sans ExtraBold"/>
              <a:sym typeface="Nunito Sans ExtraBold"/>
            </a:endParaRPr>
          </a:p>
        </p:txBody>
      </p:sp>
      <p:sp>
        <p:nvSpPr>
          <p:cNvPr id="418" name="Google Shape;418;p44"/>
          <p:cNvSpPr/>
          <p:nvPr/>
        </p:nvSpPr>
        <p:spPr>
          <a:xfrm>
            <a:off x="1571800" y="2088725"/>
            <a:ext cx="1666500" cy="470700"/>
          </a:xfrm>
          <a:prstGeom prst="rect">
            <a:avLst/>
          </a:prstGeom>
          <a:solidFill>
            <a:srgbClr val="FF83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19" name="Google Shape;419;p44"/>
          <p:cNvSpPr txBox="1"/>
          <p:nvPr/>
        </p:nvSpPr>
        <p:spPr>
          <a:xfrm>
            <a:off x="1839845" y="2160434"/>
            <a:ext cx="11304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1300" u="none" cap="none" strike="noStrike">
                <a:solidFill>
                  <a:schemeClr val="lt1"/>
                </a:solidFill>
                <a:latin typeface="Nunito Sans"/>
                <a:ea typeface="Nunito Sans"/>
                <a:cs typeface="Nunito Sans"/>
                <a:sym typeface="Nunito Sans"/>
              </a:rPr>
              <a:t>NEW TEXT</a:t>
            </a:r>
            <a:endParaRPr b="1" i="0" sz="1900" u="none" cap="none" strike="noStrike">
              <a:solidFill>
                <a:srgbClr val="000000"/>
              </a:solidFill>
              <a:latin typeface="Nunito Sans"/>
              <a:ea typeface="Nunito Sans"/>
              <a:cs typeface="Nunito Sans"/>
              <a:sym typeface="Nunito Sans"/>
            </a:endParaRPr>
          </a:p>
        </p:txBody>
      </p:sp>
      <p:sp>
        <p:nvSpPr>
          <p:cNvPr id="420" name="Google Shape;420;p44"/>
          <p:cNvSpPr/>
          <p:nvPr/>
        </p:nvSpPr>
        <p:spPr>
          <a:xfrm>
            <a:off x="1571800" y="4422500"/>
            <a:ext cx="1666500" cy="4707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1" name="Google Shape;421;p44"/>
          <p:cNvSpPr txBox="1"/>
          <p:nvPr/>
        </p:nvSpPr>
        <p:spPr>
          <a:xfrm>
            <a:off x="1839845" y="4494209"/>
            <a:ext cx="11304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1300" u="none" cap="none" strike="noStrike">
                <a:solidFill>
                  <a:schemeClr val="lt1"/>
                </a:solidFill>
                <a:latin typeface="Nunito Sans"/>
                <a:ea typeface="Nunito Sans"/>
                <a:cs typeface="Nunito Sans"/>
                <a:sym typeface="Nunito Sans"/>
              </a:rPr>
              <a:t>NEW TEXT</a:t>
            </a:r>
            <a:endParaRPr b="1" i="0" sz="1900" u="none" cap="none" strike="noStrike">
              <a:solidFill>
                <a:srgbClr val="000000"/>
              </a:solidFill>
              <a:latin typeface="Nunito Sans"/>
              <a:ea typeface="Nunito Sans"/>
              <a:cs typeface="Nunito Sans"/>
              <a:sym typeface="Nunito Sans"/>
            </a:endParaRPr>
          </a:p>
        </p:txBody>
      </p:sp>
      <p:sp>
        <p:nvSpPr>
          <p:cNvPr id="422" name="Google Shape;422;p44"/>
          <p:cNvSpPr/>
          <p:nvPr/>
        </p:nvSpPr>
        <p:spPr>
          <a:xfrm>
            <a:off x="8407525" y="2088725"/>
            <a:ext cx="1666500" cy="4707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3" name="Google Shape;423;p44"/>
          <p:cNvSpPr txBox="1"/>
          <p:nvPr/>
        </p:nvSpPr>
        <p:spPr>
          <a:xfrm>
            <a:off x="8675570" y="2160434"/>
            <a:ext cx="11304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1300" u="none" cap="none" strike="noStrike">
                <a:solidFill>
                  <a:schemeClr val="lt1"/>
                </a:solidFill>
                <a:latin typeface="Nunito Sans"/>
                <a:ea typeface="Nunito Sans"/>
                <a:cs typeface="Nunito Sans"/>
                <a:sym typeface="Nunito Sans"/>
              </a:rPr>
              <a:t>NEW TEXT</a:t>
            </a:r>
            <a:endParaRPr b="1" i="0" sz="1900" u="none" cap="none" strike="noStrike">
              <a:solidFill>
                <a:srgbClr val="000000"/>
              </a:solidFill>
              <a:latin typeface="Nunito Sans"/>
              <a:ea typeface="Nunito Sans"/>
              <a:cs typeface="Nunito Sans"/>
              <a:sym typeface="Nunito Sans"/>
            </a:endParaRPr>
          </a:p>
        </p:txBody>
      </p:sp>
      <p:sp>
        <p:nvSpPr>
          <p:cNvPr id="424" name="Google Shape;424;p44"/>
          <p:cNvSpPr/>
          <p:nvPr/>
        </p:nvSpPr>
        <p:spPr>
          <a:xfrm>
            <a:off x="8407525" y="4422500"/>
            <a:ext cx="1666500" cy="470700"/>
          </a:xfrm>
          <a:prstGeom prst="rect">
            <a:avLst/>
          </a:prstGeom>
          <a:solidFill>
            <a:srgbClr val="A2D4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5" name="Google Shape;425;p44"/>
          <p:cNvSpPr txBox="1"/>
          <p:nvPr/>
        </p:nvSpPr>
        <p:spPr>
          <a:xfrm>
            <a:off x="8675570" y="4494209"/>
            <a:ext cx="11304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1300" u="none" cap="none" strike="noStrike">
                <a:solidFill>
                  <a:schemeClr val="lt1"/>
                </a:solidFill>
                <a:latin typeface="Nunito Sans"/>
                <a:ea typeface="Nunito Sans"/>
                <a:cs typeface="Nunito Sans"/>
                <a:sym typeface="Nunito Sans"/>
              </a:rPr>
              <a:t>NEW TEXT</a:t>
            </a:r>
            <a:endParaRPr b="1" i="0" sz="1900" u="none" cap="none" strike="noStrike">
              <a:solidFill>
                <a:srgbClr val="000000"/>
              </a:solidFill>
              <a:latin typeface="Nunito Sans"/>
              <a:ea typeface="Nunito Sans"/>
              <a:cs typeface="Nunito Sans"/>
              <a:sym typeface="Nunito Sans"/>
            </a:endParaRPr>
          </a:p>
        </p:txBody>
      </p:sp>
      <p:sp>
        <p:nvSpPr>
          <p:cNvPr id="426" name="Google Shape;426;p44"/>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7" name="Google Shape;427;p44"/>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44"/>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29" name="Google Shape;429;p44"/>
          <p:cNvPicPr preferRelativeResize="0"/>
          <p:nvPr/>
        </p:nvPicPr>
        <p:blipFill>
          <a:blip r:embed="rId3">
            <a:alphaModFix/>
          </a:blip>
          <a:stretch>
            <a:fillRect/>
          </a:stretch>
        </p:blipFill>
        <p:spPr>
          <a:xfrm>
            <a:off x="9571450" y="120549"/>
            <a:ext cx="2417350" cy="7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5"/>
          <p:cNvSpPr/>
          <p:nvPr/>
        </p:nvSpPr>
        <p:spPr>
          <a:xfrm rot="10800000">
            <a:off x="8747802" y="3950313"/>
            <a:ext cx="1761487" cy="88133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solidFill>
            <a:srgbClr val="F5E460"/>
          </a:solidFill>
          <a:ln cap="rnd" cmpd="sng" w="20850">
            <a:solidFill>
              <a:schemeClr val="dk1"/>
            </a:solidFill>
            <a:prstDash val="dash"/>
            <a:miter lim="3335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5" name="Google Shape;435;p45"/>
          <p:cNvSpPr/>
          <p:nvPr/>
        </p:nvSpPr>
        <p:spPr>
          <a:xfrm rot="10800000">
            <a:off x="6986349" y="3070247"/>
            <a:ext cx="1761487" cy="880011"/>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solidFill>
            <a:srgbClr val="F5E460"/>
          </a:solidFill>
          <a:ln cap="rnd" cmpd="sng" w="20850">
            <a:solidFill>
              <a:schemeClr val="dk1"/>
            </a:solidFill>
            <a:prstDash val="dash"/>
            <a:miter lim="3335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6" name="Google Shape;436;p45"/>
          <p:cNvSpPr/>
          <p:nvPr/>
        </p:nvSpPr>
        <p:spPr>
          <a:xfrm rot="10800000">
            <a:off x="5224938" y="3950313"/>
            <a:ext cx="1761446" cy="88133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solidFill>
            <a:srgbClr val="F5E460"/>
          </a:solidFill>
          <a:ln cap="rnd" cmpd="sng" w="20850">
            <a:solidFill>
              <a:schemeClr val="dk1"/>
            </a:solidFill>
            <a:prstDash val="dash"/>
            <a:miter lim="3335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7" name="Google Shape;437;p45"/>
          <p:cNvSpPr/>
          <p:nvPr/>
        </p:nvSpPr>
        <p:spPr>
          <a:xfrm rot="10800000">
            <a:off x="3463487" y="3070247"/>
            <a:ext cx="1761487" cy="880011"/>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solidFill>
            <a:srgbClr val="F5E460"/>
          </a:solidFill>
          <a:ln cap="rnd" cmpd="sng" w="20850">
            <a:solidFill>
              <a:schemeClr val="dk1"/>
            </a:solidFill>
            <a:prstDash val="dash"/>
            <a:miter lim="3335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8" name="Google Shape;438;p45"/>
          <p:cNvSpPr/>
          <p:nvPr/>
        </p:nvSpPr>
        <p:spPr>
          <a:xfrm rot="10800000">
            <a:off x="1682711" y="3950313"/>
            <a:ext cx="1761446" cy="88133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solidFill>
            <a:srgbClr val="F5E460"/>
          </a:solidFill>
          <a:ln cap="rnd" cmpd="sng" w="20850">
            <a:solidFill>
              <a:schemeClr val="dk1"/>
            </a:solidFill>
            <a:prstDash val="dash"/>
            <a:miter lim="33357"/>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9" name="Google Shape;439;p45"/>
          <p:cNvSpPr/>
          <p:nvPr/>
        </p:nvSpPr>
        <p:spPr>
          <a:xfrm>
            <a:off x="8987883" y="3309579"/>
            <a:ext cx="1281357" cy="1281357"/>
          </a:xfrm>
          <a:prstGeom prst="ellipse">
            <a:avLst/>
          </a:prstGeom>
          <a:solidFill>
            <a:srgbClr val="F9F7F9"/>
          </a:solidFill>
          <a:ln cap="flat" cmpd="sng" w="85725">
            <a:solidFill>
              <a:srgbClr val="A2D4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SemiBold"/>
              <a:ea typeface="Poppins SemiBold"/>
              <a:cs typeface="Poppins SemiBold"/>
              <a:sym typeface="Poppins SemiBold"/>
            </a:endParaRPr>
          </a:p>
        </p:txBody>
      </p:sp>
      <p:sp>
        <p:nvSpPr>
          <p:cNvPr id="440" name="Google Shape;440;p45"/>
          <p:cNvSpPr/>
          <p:nvPr/>
        </p:nvSpPr>
        <p:spPr>
          <a:xfrm>
            <a:off x="5464943" y="3309579"/>
            <a:ext cx="1281357" cy="1281357"/>
          </a:xfrm>
          <a:prstGeom prst="ellipse">
            <a:avLst/>
          </a:prstGeom>
          <a:solidFill>
            <a:srgbClr val="F9F7F9"/>
          </a:solidFill>
          <a:ln cap="flat" cmpd="sng" w="85725">
            <a:solidFill>
              <a:srgbClr val="014A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SemiBold"/>
              <a:ea typeface="Poppins SemiBold"/>
              <a:cs typeface="Poppins SemiBold"/>
              <a:sym typeface="Poppins SemiBold"/>
            </a:endParaRPr>
          </a:p>
        </p:txBody>
      </p:sp>
      <p:sp>
        <p:nvSpPr>
          <p:cNvPr id="441" name="Google Shape;441;p45"/>
          <p:cNvSpPr/>
          <p:nvPr/>
        </p:nvSpPr>
        <p:spPr>
          <a:xfrm>
            <a:off x="7226413" y="3309579"/>
            <a:ext cx="1281357" cy="1281357"/>
          </a:xfrm>
          <a:prstGeom prst="ellipse">
            <a:avLst/>
          </a:prstGeom>
          <a:solidFill>
            <a:srgbClr val="F9F7F9"/>
          </a:solidFill>
          <a:ln cap="flat" cmpd="sng" w="85725">
            <a:solidFill>
              <a:srgbClr val="E6E9F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2" name="Google Shape;442;p45"/>
          <p:cNvSpPr/>
          <p:nvPr/>
        </p:nvSpPr>
        <p:spPr>
          <a:xfrm>
            <a:off x="3703473" y="3309579"/>
            <a:ext cx="1281357" cy="1281357"/>
          </a:xfrm>
          <a:prstGeom prst="ellipse">
            <a:avLst/>
          </a:prstGeom>
          <a:solidFill>
            <a:srgbClr val="F9F7F9"/>
          </a:solidFill>
          <a:ln cap="flat" cmpd="sng" w="85725">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443" name="Google Shape;443;p45"/>
          <p:cNvGrpSpPr/>
          <p:nvPr/>
        </p:nvGrpSpPr>
        <p:grpSpPr>
          <a:xfrm>
            <a:off x="9286861" y="2706008"/>
            <a:ext cx="640723" cy="603571"/>
            <a:chOff x="8179822" y="2273300"/>
            <a:chExt cx="571273" cy="538148"/>
          </a:xfrm>
        </p:grpSpPr>
        <p:cxnSp>
          <p:nvCxnSpPr>
            <p:cNvPr id="444" name="Google Shape;444;p45"/>
            <p:cNvCxnSpPr/>
            <p:nvPr/>
          </p:nvCxnSpPr>
          <p:spPr>
            <a:xfrm>
              <a:off x="8465686" y="2273300"/>
              <a:ext cx="0" cy="538148"/>
            </a:xfrm>
            <a:prstGeom prst="straightConnector1">
              <a:avLst/>
            </a:prstGeom>
            <a:noFill/>
            <a:ln cap="flat" cmpd="sng" w="53975">
              <a:solidFill>
                <a:srgbClr val="A2D45E"/>
              </a:solidFill>
              <a:prstDash val="solid"/>
              <a:miter lim="800000"/>
              <a:headEnd len="sm" w="sm" type="none"/>
              <a:tailEnd len="sm" w="sm" type="none"/>
            </a:ln>
          </p:spPr>
        </p:cxnSp>
        <p:cxnSp>
          <p:nvCxnSpPr>
            <p:cNvPr id="445" name="Google Shape;445;p45"/>
            <p:cNvCxnSpPr/>
            <p:nvPr/>
          </p:nvCxnSpPr>
          <p:spPr>
            <a:xfrm>
              <a:off x="8179822" y="2273300"/>
              <a:ext cx="571273" cy="0"/>
            </a:xfrm>
            <a:prstGeom prst="straightConnector1">
              <a:avLst/>
            </a:prstGeom>
            <a:noFill/>
            <a:ln cap="flat" cmpd="sng" w="9525">
              <a:solidFill>
                <a:srgbClr val="A2D45E"/>
              </a:solidFill>
              <a:prstDash val="solid"/>
              <a:miter lim="800000"/>
              <a:headEnd len="sm" w="sm" type="none"/>
              <a:tailEnd len="sm" w="sm" type="none"/>
            </a:ln>
          </p:spPr>
        </p:cxnSp>
      </p:grpSp>
      <p:grpSp>
        <p:nvGrpSpPr>
          <p:cNvPr id="446" name="Google Shape;446;p45"/>
          <p:cNvGrpSpPr/>
          <p:nvPr/>
        </p:nvGrpSpPr>
        <p:grpSpPr>
          <a:xfrm rot="10800000">
            <a:off x="7565427" y="4621511"/>
            <a:ext cx="640723" cy="603571"/>
            <a:chOff x="8179822" y="2273300"/>
            <a:chExt cx="571273" cy="538148"/>
          </a:xfrm>
        </p:grpSpPr>
        <p:cxnSp>
          <p:nvCxnSpPr>
            <p:cNvPr id="447" name="Google Shape;447;p45"/>
            <p:cNvCxnSpPr/>
            <p:nvPr/>
          </p:nvCxnSpPr>
          <p:spPr>
            <a:xfrm>
              <a:off x="8465459" y="2273300"/>
              <a:ext cx="0" cy="538148"/>
            </a:xfrm>
            <a:prstGeom prst="straightConnector1">
              <a:avLst/>
            </a:prstGeom>
            <a:noFill/>
            <a:ln cap="flat" cmpd="sng" w="53975">
              <a:solidFill>
                <a:srgbClr val="E6E9F5"/>
              </a:solidFill>
              <a:prstDash val="solid"/>
              <a:miter lim="800000"/>
              <a:headEnd len="sm" w="sm" type="none"/>
              <a:tailEnd len="sm" w="sm" type="none"/>
            </a:ln>
          </p:spPr>
        </p:cxnSp>
        <p:cxnSp>
          <p:nvCxnSpPr>
            <p:cNvPr id="448" name="Google Shape;448;p45"/>
            <p:cNvCxnSpPr/>
            <p:nvPr/>
          </p:nvCxnSpPr>
          <p:spPr>
            <a:xfrm>
              <a:off x="8179822" y="2273300"/>
              <a:ext cx="571273" cy="0"/>
            </a:xfrm>
            <a:prstGeom prst="straightConnector1">
              <a:avLst/>
            </a:prstGeom>
            <a:noFill/>
            <a:ln cap="flat" cmpd="sng" w="9525">
              <a:solidFill>
                <a:srgbClr val="E6E9F5"/>
              </a:solidFill>
              <a:prstDash val="solid"/>
              <a:miter lim="800000"/>
              <a:headEnd len="sm" w="sm" type="none"/>
              <a:tailEnd len="sm" w="sm" type="none"/>
            </a:ln>
          </p:spPr>
        </p:cxnSp>
      </p:grpSp>
      <p:grpSp>
        <p:nvGrpSpPr>
          <p:cNvPr id="449" name="Google Shape;449;p45"/>
          <p:cNvGrpSpPr/>
          <p:nvPr/>
        </p:nvGrpSpPr>
        <p:grpSpPr>
          <a:xfrm>
            <a:off x="5785209" y="2706008"/>
            <a:ext cx="640723" cy="603571"/>
            <a:chOff x="5785209" y="2706008"/>
            <a:chExt cx="640723" cy="603571"/>
          </a:xfrm>
        </p:grpSpPr>
        <p:cxnSp>
          <p:nvCxnSpPr>
            <p:cNvPr id="450" name="Google Shape;450;p45"/>
            <p:cNvCxnSpPr/>
            <p:nvPr/>
          </p:nvCxnSpPr>
          <p:spPr>
            <a:xfrm>
              <a:off x="6105826" y="2706008"/>
              <a:ext cx="0" cy="603571"/>
            </a:xfrm>
            <a:prstGeom prst="straightConnector1">
              <a:avLst/>
            </a:prstGeom>
            <a:noFill/>
            <a:ln cap="flat" cmpd="sng" w="53975">
              <a:solidFill>
                <a:srgbClr val="014AA0"/>
              </a:solidFill>
              <a:prstDash val="solid"/>
              <a:miter lim="800000"/>
              <a:headEnd len="sm" w="sm" type="none"/>
              <a:tailEnd len="sm" w="sm" type="none"/>
            </a:ln>
          </p:spPr>
        </p:cxnSp>
        <p:cxnSp>
          <p:nvCxnSpPr>
            <p:cNvPr id="451" name="Google Shape;451;p45"/>
            <p:cNvCxnSpPr/>
            <p:nvPr/>
          </p:nvCxnSpPr>
          <p:spPr>
            <a:xfrm>
              <a:off x="5785209" y="2706008"/>
              <a:ext cx="640723" cy="0"/>
            </a:xfrm>
            <a:prstGeom prst="straightConnector1">
              <a:avLst/>
            </a:prstGeom>
            <a:noFill/>
            <a:ln cap="flat" cmpd="sng" w="9525">
              <a:solidFill>
                <a:srgbClr val="014AA0"/>
              </a:solidFill>
              <a:prstDash val="solid"/>
              <a:miter lim="800000"/>
              <a:headEnd len="sm" w="sm" type="none"/>
              <a:tailEnd len="sm" w="sm" type="none"/>
            </a:ln>
          </p:spPr>
        </p:cxnSp>
      </p:grpSp>
      <p:grpSp>
        <p:nvGrpSpPr>
          <p:cNvPr id="452" name="Google Shape;452;p45"/>
          <p:cNvGrpSpPr/>
          <p:nvPr/>
        </p:nvGrpSpPr>
        <p:grpSpPr>
          <a:xfrm>
            <a:off x="2252684" y="2706008"/>
            <a:ext cx="640723" cy="603571"/>
            <a:chOff x="2252684" y="2706008"/>
            <a:chExt cx="640723" cy="603571"/>
          </a:xfrm>
        </p:grpSpPr>
        <p:cxnSp>
          <p:nvCxnSpPr>
            <p:cNvPr id="453" name="Google Shape;453;p45"/>
            <p:cNvCxnSpPr/>
            <p:nvPr/>
          </p:nvCxnSpPr>
          <p:spPr>
            <a:xfrm>
              <a:off x="2573302" y="2706008"/>
              <a:ext cx="0" cy="603571"/>
            </a:xfrm>
            <a:prstGeom prst="straightConnector1">
              <a:avLst/>
            </a:prstGeom>
            <a:noFill/>
            <a:ln cap="flat" cmpd="sng" w="53975">
              <a:solidFill>
                <a:srgbClr val="FF8303"/>
              </a:solidFill>
              <a:prstDash val="solid"/>
              <a:miter lim="800000"/>
              <a:headEnd len="sm" w="sm" type="none"/>
              <a:tailEnd len="sm" w="sm" type="none"/>
            </a:ln>
          </p:spPr>
        </p:cxnSp>
        <p:cxnSp>
          <p:nvCxnSpPr>
            <p:cNvPr id="454" name="Google Shape;454;p45"/>
            <p:cNvCxnSpPr/>
            <p:nvPr/>
          </p:nvCxnSpPr>
          <p:spPr>
            <a:xfrm>
              <a:off x="2252684" y="2706008"/>
              <a:ext cx="640723" cy="0"/>
            </a:xfrm>
            <a:prstGeom prst="straightConnector1">
              <a:avLst/>
            </a:prstGeom>
            <a:noFill/>
            <a:ln cap="flat" cmpd="sng" w="9525">
              <a:solidFill>
                <a:srgbClr val="FF8303"/>
              </a:solidFill>
              <a:prstDash val="solid"/>
              <a:miter lim="800000"/>
              <a:headEnd len="sm" w="sm" type="none"/>
              <a:tailEnd len="sm" w="sm" type="none"/>
            </a:ln>
          </p:spPr>
        </p:cxnSp>
      </p:grpSp>
      <p:grpSp>
        <p:nvGrpSpPr>
          <p:cNvPr id="455" name="Google Shape;455;p45"/>
          <p:cNvGrpSpPr/>
          <p:nvPr/>
        </p:nvGrpSpPr>
        <p:grpSpPr>
          <a:xfrm rot="10800000">
            <a:off x="4023868" y="4621511"/>
            <a:ext cx="640723" cy="603571"/>
            <a:chOff x="8179822" y="2273300"/>
            <a:chExt cx="571273" cy="538148"/>
          </a:xfrm>
        </p:grpSpPr>
        <p:cxnSp>
          <p:nvCxnSpPr>
            <p:cNvPr id="456" name="Google Shape;456;p45"/>
            <p:cNvCxnSpPr/>
            <p:nvPr/>
          </p:nvCxnSpPr>
          <p:spPr>
            <a:xfrm>
              <a:off x="8465459" y="2273300"/>
              <a:ext cx="0" cy="538148"/>
            </a:xfrm>
            <a:prstGeom prst="straightConnector1">
              <a:avLst/>
            </a:prstGeom>
            <a:noFill/>
            <a:ln cap="flat" cmpd="sng" w="53975">
              <a:solidFill>
                <a:srgbClr val="595959"/>
              </a:solidFill>
              <a:prstDash val="solid"/>
              <a:miter lim="800000"/>
              <a:headEnd len="sm" w="sm" type="none"/>
              <a:tailEnd len="sm" w="sm" type="none"/>
            </a:ln>
          </p:spPr>
        </p:cxnSp>
        <p:cxnSp>
          <p:nvCxnSpPr>
            <p:cNvPr id="457" name="Google Shape;457;p45"/>
            <p:cNvCxnSpPr/>
            <p:nvPr/>
          </p:nvCxnSpPr>
          <p:spPr>
            <a:xfrm>
              <a:off x="8179822" y="2273300"/>
              <a:ext cx="571273" cy="0"/>
            </a:xfrm>
            <a:prstGeom prst="straightConnector1">
              <a:avLst/>
            </a:prstGeom>
            <a:noFill/>
            <a:ln cap="flat" cmpd="sng" w="9525">
              <a:solidFill>
                <a:srgbClr val="595959"/>
              </a:solidFill>
              <a:prstDash val="solid"/>
              <a:miter lim="800000"/>
              <a:headEnd len="sm" w="sm" type="none"/>
              <a:tailEnd len="sm" w="sm" type="none"/>
            </a:ln>
          </p:spPr>
        </p:cxnSp>
      </p:grpSp>
      <p:sp>
        <p:nvSpPr>
          <p:cNvPr id="458" name="Google Shape;458;p45"/>
          <p:cNvSpPr/>
          <p:nvPr/>
        </p:nvSpPr>
        <p:spPr>
          <a:xfrm>
            <a:off x="1932419" y="3309579"/>
            <a:ext cx="1281357" cy="1281357"/>
          </a:xfrm>
          <a:prstGeom prst="ellipse">
            <a:avLst/>
          </a:prstGeom>
          <a:solidFill>
            <a:srgbClr val="F9F7F9"/>
          </a:solidFill>
          <a:ln cap="flat" cmpd="sng" w="85725">
            <a:solidFill>
              <a:srgbClr val="FF830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SemiBold"/>
              <a:ea typeface="Poppins SemiBold"/>
              <a:cs typeface="Poppins SemiBold"/>
              <a:sym typeface="Poppins SemiBold"/>
            </a:endParaRPr>
          </a:p>
        </p:txBody>
      </p:sp>
      <p:grpSp>
        <p:nvGrpSpPr>
          <p:cNvPr id="459" name="Google Shape;459;p45"/>
          <p:cNvGrpSpPr/>
          <p:nvPr/>
        </p:nvGrpSpPr>
        <p:grpSpPr>
          <a:xfrm>
            <a:off x="7631967" y="3687658"/>
            <a:ext cx="470248" cy="466945"/>
            <a:chOff x="-63250675" y="3744075"/>
            <a:chExt cx="320350" cy="318100"/>
          </a:xfrm>
        </p:grpSpPr>
        <p:sp>
          <p:nvSpPr>
            <p:cNvPr id="460" name="Google Shape;460;p45"/>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1" name="Google Shape;461;p45"/>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2" name="Google Shape;462;p45"/>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63" name="Google Shape;463;p45"/>
          <p:cNvGrpSpPr/>
          <p:nvPr/>
        </p:nvGrpSpPr>
        <p:grpSpPr>
          <a:xfrm>
            <a:off x="4180001" y="3714154"/>
            <a:ext cx="446321" cy="413953"/>
            <a:chOff x="-62511900" y="4129100"/>
            <a:chExt cx="304050" cy="282000"/>
          </a:xfrm>
        </p:grpSpPr>
        <p:sp>
          <p:nvSpPr>
            <p:cNvPr id="464" name="Google Shape;464;p45"/>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5" name="Google Shape;465;p45"/>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6" name="Google Shape;466;p45"/>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7" name="Google Shape;467;p45"/>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8" name="Google Shape;468;p45"/>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45"/>
          <p:cNvGrpSpPr/>
          <p:nvPr/>
        </p:nvGrpSpPr>
        <p:grpSpPr>
          <a:xfrm>
            <a:off x="5856925" y="3688796"/>
            <a:ext cx="464816" cy="464669"/>
            <a:chOff x="-60255350" y="3733825"/>
            <a:chExt cx="316650" cy="316550"/>
          </a:xfrm>
        </p:grpSpPr>
        <p:sp>
          <p:nvSpPr>
            <p:cNvPr id="470" name="Google Shape;470;p45"/>
            <p:cNvSpPr/>
            <p:nvPr/>
          </p:nvSpPr>
          <p:spPr>
            <a:xfrm>
              <a:off x="-60218325" y="3733825"/>
              <a:ext cx="235525" cy="316550"/>
            </a:xfrm>
            <a:custGeom>
              <a:rect b="b" l="l" r="r" t="t"/>
              <a:pathLst>
                <a:path extrusionOk="0" h="12662" w="9421">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1" name="Google Shape;471;p45"/>
            <p:cNvSpPr/>
            <p:nvPr/>
          </p:nvSpPr>
          <p:spPr>
            <a:xfrm>
              <a:off x="-60255350" y="3844775"/>
              <a:ext cx="34675" cy="20500"/>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2" name="Google Shape;472;p45"/>
            <p:cNvSpPr/>
            <p:nvPr/>
          </p:nvSpPr>
          <p:spPr>
            <a:xfrm>
              <a:off x="-59974175" y="3844775"/>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3" name="Google Shape;473;p45"/>
            <p:cNvSpPr/>
            <p:nvPr/>
          </p:nvSpPr>
          <p:spPr>
            <a:xfrm>
              <a:off x="-60212825" y="3939475"/>
              <a:ext cx="32325" cy="30350"/>
            </a:xfrm>
            <a:custGeom>
              <a:rect b="b" l="l" r="r" t="t"/>
              <a:pathLst>
                <a:path extrusionOk="0" h="1214" w="1293">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4" name="Google Shape;474;p45"/>
            <p:cNvSpPr/>
            <p:nvPr/>
          </p:nvSpPr>
          <p:spPr>
            <a:xfrm>
              <a:off x="-60012750" y="3739425"/>
              <a:ext cx="32300" cy="30350"/>
            </a:xfrm>
            <a:custGeom>
              <a:rect b="b" l="l" r="r" t="t"/>
              <a:pathLst>
                <a:path extrusionOk="0" h="1214" w="1292">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5" name="Google Shape;475;p45"/>
            <p:cNvSpPr/>
            <p:nvPr/>
          </p:nvSpPr>
          <p:spPr>
            <a:xfrm>
              <a:off x="-60012750" y="3939475"/>
              <a:ext cx="32300" cy="30350"/>
            </a:xfrm>
            <a:custGeom>
              <a:rect b="b" l="l" r="r" t="t"/>
              <a:pathLst>
                <a:path extrusionOk="0" h="1214" w="1292">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6" name="Google Shape;476;p45"/>
            <p:cNvSpPr/>
            <p:nvPr/>
          </p:nvSpPr>
          <p:spPr>
            <a:xfrm>
              <a:off x="-60212825" y="3739425"/>
              <a:ext cx="32325" cy="30350"/>
            </a:xfrm>
            <a:custGeom>
              <a:rect b="b" l="l" r="r" t="t"/>
              <a:pathLst>
                <a:path extrusionOk="0" h="1214" w="1293">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grpSp>
        <p:nvGrpSpPr>
          <p:cNvPr id="477" name="Google Shape;477;p45"/>
          <p:cNvGrpSpPr/>
          <p:nvPr/>
        </p:nvGrpSpPr>
        <p:grpSpPr>
          <a:xfrm>
            <a:off x="9375942" y="3687988"/>
            <a:ext cx="470614" cy="466284"/>
            <a:chOff x="-63679950" y="4093450"/>
            <a:chExt cx="320600" cy="317650"/>
          </a:xfrm>
        </p:grpSpPr>
        <p:sp>
          <p:nvSpPr>
            <p:cNvPr id="478" name="Google Shape;478;p45"/>
            <p:cNvSpPr/>
            <p:nvPr/>
          </p:nvSpPr>
          <p:spPr>
            <a:xfrm>
              <a:off x="-63595650" y="4093450"/>
              <a:ext cx="236300" cy="230425"/>
            </a:xfrm>
            <a:custGeom>
              <a:rect b="b" l="l" r="r" t="t"/>
              <a:pathLst>
                <a:path extrusionOk="0" h="9217" w="9452">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9" name="Google Shape;479;p45"/>
            <p:cNvSpPr/>
            <p:nvPr/>
          </p:nvSpPr>
          <p:spPr>
            <a:xfrm>
              <a:off x="-63679950" y="4233850"/>
              <a:ext cx="177250" cy="177250"/>
            </a:xfrm>
            <a:custGeom>
              <a:rect b="b" l="l" r="r" t="t"/>
              <a:pathLst>
                <a:path extrusionOk="0" h="7090" w="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80" name="Google Shape;480;p45"/>
            <p:cNvSpPr/>
            <p:nvPr/>
          </p:nvSpPr>
          <p:spPr>
            <a:xfrm>
              <a:off x="-63548400" y="4348850"/>
              <a:ext cx="185900" cy="62250"/>
            </a:xfrm>
            <a:custGeom>
              <a:rect b="b" l="l" r="r" t="t"/>
              <a:pathLst>
                <a:path extrusionOk="0" h="2490" w="7436">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481" name="Google Shape;481;p45"/>
          <p:cNvSpPr txBox="1"/>
          <p:nvPr/>
        </p:nvSpPr>
        <p:spPr>
          <a:xfrm>
            <a:off x="3109277" y="5680526"/>
            <a:ext cx="2766300" cy="4563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ipsum exercitationem amet quas et dolore suscipit. aspernatur aut Lorem</a:t>
            </a:r>
            <a:endParaRPr i="0" sz="1500" u="none" cap="none" strike="noStrike">
              <a:solidFill>
                <a:srgbClr val="000000"/>
              </a:solidFill>
              <a:latin typeface="Nunito Sans Medium"/>
              <a:ea typeface="Nunito Sans Medium"/>
              <a:cs typeface="Nunito Sans Medium"/>
              <a:sym typeface="Nunito Sans Medium"/>
            </a:endParaRPr>
          </a:p>
        </p:txBody>
      </p:sp>
      <p:sp>
        <p:nvSpPr>
          <p:cNvPr id="482" name="Google Shape;482;p45"/>
          <p:cNvSpPr txBox="1"/>
          <p:nvPr/>
        </p:nvSpPr>
        <p:spPr>
          <a:xfrm>
            <a:off x="5093798" y="2140734"/>
            <a:ext cx="2184600" cy="4563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ipsum exercitationem amet quas et dolore suscipit. </a:t>
            </a:r>
            <a:endParaRPr i="0" sz="1500" u="none" cap="none" strike="noStrike">
              <a:solidFill>
                <a:srgbClr val="000000"/>
              </a:solidFill>
              <a:latin typeface="Nunito Sans Medium"/>
              <a:ea typeface="Nunito Sans Medium"/>
              <a:cs typeface="Nunito Sans Medium"/>
              <a:sym typeface="Nunito Sans Medium"/>
            </a:endParaRPr>
          </a:p>
        </p:txBody>
      </p:sp>
      <p:sp>
        <p:nvSpPr>
          <p:cNvPr id="483" name="Google Shape;483;p45"/>
          <p:cNvSpPr txBox="1"/>
          <p:nvPr/>
        </p:nvSpPr>
        <p:spPr>
          <a:xfrm>
            <a:off x="8623734" y="2140734"/>
            <a:ext cx="2184600" cy="4563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ipsum exercitationem amet quas et dolore suscipit. </a:t>
            </a:r>
            <a:endParaRPr i="0" sz="1500" u="none" cap="none" strike="noStrike">
              <a:solidFill>
                <a:srgbClr val="000000"/>
              </a:solidFill>
              <a:latin typeface="Nunito Sans Medium"/>
              <a:ea typeface="Nunito Sans Medium"/>
              <a:cs typeface="Nunito Sans Medium"/>
              <a:sym typeface="Nunito Sans Medium"/>
            </a:endParaRPr>
          </a:p>
        </p:txBody>
      </p:sp>
      <p:sp>
        <p:nvSpPr>
          <p:cNvPr id="484" name="Google Shape;484;p45"/>
          <p:cNvSpPr txBox="1"/>
          <p:nvPr/>
        </p:nvSpPr>
        <p:spPr>
          <a:xfrm>
            <a:off x="5495982" y="1898864"/>
            <a:ext cx="1228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A405A"/>
                </a:solidFill>
                <a:latin typeface="Nunito Sans"/>
                <a:ea typeface="Nunito Sans"/>
                <a:cs typeface="Nunito Sans"/>
                <a:sym typeface="Nunito Sans"/>
              </a:rPr>
              <a:t>TEXT HERE</a:t>
            </a:r>
            <a:endParaRPr b="1" i="0" sz="1400" u="none" cap="none" strike="noStrike">
              <a:solidFill>
                <a:srgbClr val="000000"/>
              </a:solidFill>
              <a:latin typeface="Nunito Sans"/>
              <a:ea typeface="Nunito Sans"/>
              <a:cs typeface="Nunito Sans"/>
              <a:sym typeface="Nunito Sans"/>
            </a:endParaRPr>
          </a:p>
        </p:txBody>
      </p:sp>
      <p:sp>
        <p:nvSpPr>
          <p:cNvPr id="485" name="Google Shape;485;p45"/>
          <p:cNvSpPr txBox="1"/>
          <p:nvPr/>
        </p:nvSpPr>
        <p:spPr>
          <a:xfrm>
            <a:off x="9014396" y="1898864"/>
            <a:ext cx="1228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A405A"/>
                </a:solidFill>
                <a:latin typeface="Nunito Sans"/>
                <a:ea typeface="Nunito Sans"/>
                <a:cs typeface="Nunito Sans"/>
                <a:sym typeface="Nunito Sans"/>
              </a:rPr>
              <a:t>TEXT HERE</a:t>
            </a:r>
            <a:endParaRPr b="1" i="0" sz="1400" u="none" cap="none" strike="noStrike">
              <a:solidFill>
                <a:srgbClr val="000000"/>
              </a:solidFill>
              <a:latin typeface="Nunito Sans"/>
              <a:ea typeface="Nunito Sans"/>
              <a:cs typeface="Nunito Sans"/>
              <a:sym typeface="Nunito Sans"/>
            </a:endParaRPr>
          </a:p>
        </p:txBody>
      </p:sp>
      <p:sp>
        <p:nvSpPr>
          <p:cNvPr id="486" name="Google Shape;486;p45"/>
          <p:cNvSpPr txBox="1"/>
          <p:nvPr/>
        </p:nvSpPr>
        <p:spPr>
          <a:xfrm>
            <a:off x="3740204" y="5440050"/>
            <a:ext cx="1228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A405A"/>
                </a:solidFill>
                <a:latin typeface="Nunito Sans"/>
                <a:ea typeface="Nunito Sans"/>
                <a:cs typeface="Nunito Sans"/>
                <a:sym typeface="Nunito Sans"/>
              </a:rPr>
              <a:t>TEXT HERE</a:t>
            </a:r>
            <a:endParaRPr b="1" i="0" sz="1400" u="none" cap="none" strike="noStrike">
              <a:solidFill>
                <a:srgbClr val="000000"/>
              </a:solidFill>
              <a:latin typeface="Nunito Sans"/>
              <a:ea typeface="Nunito Sans"/>
              <a:cs typeface="Nunito Sans"/>
              <a:sym typeface="Nunito Sans"/>
            </a:endParaRPr>
          </a:p>
        </p:txBody>
      </p:sp>
      <p:sp>
        <p:nvSpPr>
          <p:cNvPr id="487" name="Google Shape;487;p45"/>
          <p:cNvSpPr txBox="1"/>
          <p:nvPr/>
        </p:nvSpPr>
        <p:spPr>
          <a:xfrm>
            <a:off x="6640711" y="5680526"/>
            <a:ext cx="2766300" cy="4563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ipsum exercitationem amet quas et dolore suscipit. aspernatur aut Lorem</a:t>
            </a:r>
            <a:endParaRPr i="0" sz="1500" u="none" cap="none" strike="noStrike">
              <a:solidFill>
                <a:srgbClr val="000000"/>
              </a:solidFill>
              <a:latin typeface="Nunito Sans Medium"/>
              <a:ea typeface="Nunito Sans Medium"/>
              <a:cs typeface="Nunito Sans Medium"/>
              <a:sym typeface="Nunito Sans Medium"/>
            </a:endParaRPr>
          </a:p>
        </p:txBody>
      </p:sp>
      <p:sp>
        <p:nvSpPr>
          <p:cNvPr id="488" name="Google Shape;488;p45"/>
          <p:cNvSpPr txBox="1"/>
          <p:nvPr/>
        </p:nvSpPr>
        <p:spPr>
          <a:xfrm>
            <a:off x="7271638" y="5440050"/>
            <a:ext cx="1228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A405A"/>
                </a:solidFill>
                <a:latin typeface="Nunito Sans"/>
                <a:ea typeface="Nunito Sans"/>
                <a:cs typeface="Nunito Sans"/>
                <a:sym typeface="Nunito Sans"/>
              </a:rPr>
              <a:t>TEXT HERE</a:t>
            </a:r>
            <a:endParaRPr b="1" i="0" sz="1400" u="none" cap="none" strike="noStrike">
              <a:solidFill>
                <a:srgbClr val="000000"/>
              </a:solidFill>
              <a:latin typeface="Nunito Sans"/>
              <a:ea typeface="Nunito Sans"/>
              <a:cs typeface="Nunito Sans"/>
              <a:sym typeface="Nunito Sans"/>
            </a:endParaRPr>
          </a:p>
        </p:txBody>
      </p:sp>
      <p:sp>
        <p:nvSpPr>
          <p:cNvPr id="489" name="Google Shape;489;p45"/>
          <p:cNvSpPr txBox="1"/>
          <p:nvPr/>
        </p:nvSpPr>
        <p:spPr>
          <a:xfrm>
            <a:off x="1555635" y="2140734"/>
            <a:ext cx="2184600" cy="4563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1000"/>
              <a:buFont typeface="Arial"/>
              <a:buNone/>
            </a:pPr>
            <a:r>
              <a:rPr i="0" lang="en-US" sz="1100" u="none" cap="none" strike="noStrike">
                <a:solidFill>
                  <a:schemeClr val="dk1"/>
                </a:solidFill>
                <a:latin typeface="Nunito Sans Medium"/>
                <a:ea typeface="Nunito Sans Medium"/>
                <a:cs typeface="Nunito Sans Medium"/>
                <a:sym typeface="Nunito Sans Medium"/>
              </a:rPr>
              <a:t>ipsum exercitationem amet quas et dolore suscipit. </a:t>
            </a:r>
            <a:endParaRPr i="0" sz="1500" u="none" cap="none" strike="noStrike">
              <a:solidFill>
                <a:srgbClr val="000000"/>
              </a:solidFill>
              <a:latin typeface="Nunito Sans Medium"/>
              <a:ea typeface="Nunito Sans Medium"/>
              <a:cs typeface="Nunito Sans Medium"/>
              <a:sym typeface="Nunito Sans Medium"/>
            </a:endParaRPr>
          </a:p>
        </p:txBody>
      </p:sp>
      <p:sp>
        <p:nvSpPr>
          <p:cNvPr id="490" name="Google Shape;490;p45"/>
          <p:cNvSpPr txBox="1"/>
          <p:nvPr/>
        </p:nvSpPr>
        <p:spPr>
          <a:xfrm>
            <a:off x="1957819" y="1898864"/>
            <a:ext cx="1228298"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A405A"/>
                </a:solidFill>
                <a:latin typeface="Nunito Sans"/>
                <a:ea typeface="Nunito Sans"/>
                <a:cs typeface="Nunito Sans"/>
                <a:sym typeface="Nunito Sans"/>
              </a:rPr>
              <a:t>TEXT HERE</a:t>
            </a:r>
            <a:endParaRPr b="1" i="0" sz="1400" u="none" cap="none" strike="noStrike">
              <a:solidFill>
                <a:srgbClr val="000000"/>
              </a:solidFill>
              <a:latin typeface="Nunito Sans"/>
              <a:ea typeface="Nunito Sans"/>
              <a:cs typeface="Nunito Sans"/>
              <a:sym typeface="Nunito Sans"/>
            </a:endParaRPr>
          </a:p>
        </p:txBody>
      </p:sp>
      <p:grpSp>
        <p:nvGrpSpPr>
          <p:cNvPr id="491" name="Google Shape;491;p45"/>
          <p:cNvGrpSpPr/>
          <p:nvPr/>
        </p:nvGrpSpPr>
        <p:grpSpPr>
          <a:xfrm>
            <a:off x="2368664" y="3724613"/>
            <a:ext cx="398970" cy="393034"/>
            <a:chOff x="2309033" y="3683091"/>
            <a:chExt cx="529083" cy="521211"/>
          </a:xfrm>
        </p:grpSpPr>
        <p:sp>
          <p:nvSpPr>
            <p:cNvPr id="492" name="Google Shape;492;p45"/>
            <p:cNvSpPr/>
            <p:nvPr/>
          </p:nvSpPr>
          <p:spPr>
            <a:xfrm>
              <a:off x="2310331" y="3683091"/>
              <a:ext cx="527785" cy="521211"/>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93" name="Google Shape;493;p45"/>
            <p:cNvSpPr/>
            <p:nvPr/>
          </p:nvSpPr>
          <p:spPr>
            <a:xfrm>
              <a:off x="2309033" y="3728947"/>
              <a:ext cx="292935" cy="149504"/>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94" name="Google Shape;494;p45"/>
            <p:cNvSpPr/>
            <p:nvPr/>
          </p:nvSpPr>
          <p:spPr>
            <a:xfrm>
              <a:off x="2637564" y="3912707"/>
              <a:ext cx="149085" cy="290297"/>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3A40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495" name="Google Shape;495;p45"/>
          <p:cNvSpPr txBox="1"/>
          <p:nvPr/>
        </p:nvSpPr>
        <p:spPr>
          <a:xfrm>
            <a:off x="3703169" y="621736"/>
            <a:ext cx="48702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rgbClr val="595959"/>
                </a:solidFill>
                <a:latin typeface="Nunito Sans ExtraBold"/>
                <a:ea typeface="Nunito Sans ExtraBold"/>
                <a:cs typeface="Nunito Sans ExtraBold"/>
                <a:sym typeface="Nunito Sans ExtraBold"/>
              </a:rPr>
              <a:t>Infographic</a:t>
            </a:r>
            <a:endParaRPr>
              <a:solidFill>
                <a:srgbClr val="595959"/>
              </a:solidFill>
              <a:latin typeface="Nunito Sans ExtraBold"/>
              <a:ea typeface="Nunito Sans ExtraBold"/>
              <a:cs typeface="Nunito Sans ExtraBold"/>
              <a:sym typeface="Nunito Sans ExtraBold"/>
            </a:endParaRPr>
          </a:p>
        </p:txBody>
      </p:sp>
      <p:sp>
        <p:nvSpPr>
          <p:cNvPr id="496" name="Google Shape;496;p45"/>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7" name="Google Shape;497;p45"/>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45"/>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99" name="Google Shape;499;p45"/>
          <p:cNvPicPr preferRelativeResize="0"/>
          <p:nvPr/>
        </p:nvPicPr>
        <p:blipFill>
          <a:blip r:embed="rId3">
            <a:alphaModFix/>
          </a:blip>
          <a:stretch>
            <a:fillRect/>
          </a:stretch>
        </p:blipFill>
        <p:spPr>
          <a:xfrm>
            <a:off x="9571450" y="120549"/>
            <a:ext cx="2417350" cy="738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6"/>
          <p:cNvSpPr/>
          <p:nvPr/>
        </p:nvSpPr>
        <p:spPr>
          <a:xfrm>
            <a:off x="1490345" y="2277745"/>
            <a:ext cx="2302510" cy="2302510"/>
          </a:xfrm>
          <a:prstGeom prst="ellipse">
            <a:avLst/>
          </a:prstGeom>
          <a:noFill/>
          <a:ln cap="flat" cmpd="sng" w="193675">
            <a:solidFill>
              <a:srgbClr val="A2D4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p46"/>
          <p:cNvSpPr/>
          <p:nvPr/>
        </p:nvSpPr>
        <p:spPr>
          <a:xfrm>
            <a:off x="3793490" y="2277745"/>
            <a:ext cx="2302510" cy="2302510"/>
          </a:xfrm>
          <a:prstGeom prst="ellipse">
            <a:avLst/>
          </a:prstGeom>
          <a:noFill/>
          <a:ln cap="flat" cmpd="sng" w="193675">
            <a:solidFill>
              <a:srgbClr val="014A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p46"/>
          <p:cNvSpPr/>
          <p:nvPr/>
        </p:nvSpPr>
        <p:spPr>
          <a:xfrm>
            <a:off x="6096000" y="2277745"/>
            <a:ext cx="2302510" cy="2302510"/>
          </a:xfrm>
          <a:prstGeom prst="ellipse">
            <a:avLst/>
          </a:prstGeom>
          <a:noFill/>
          <a:ln cap="flat" cmpd="sng" w="193675">
            <a:solidFill>
              <a:srgbClr val="A2D4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7" name="Google Shape;507;p46"/>
          <p:cNvSpPr/>
          <p:nvPr/>
        </p:nvSpPr>
        <p:spPr>
          <a:xfrm>
            <a:off x="8398510" y="2277745"/>
            <a:ext cx="2302510" cy="2302510"/>
          </a:xfrm>
          <a:prstGeom prst="ellipse">
            <a:avLst/>
          </a:prstGeom>
          <a:noFill/>
          <a:ln cap="flat" cmpd="sng" w="193675">
            <a:solidFill>
              <a:srgbClr val="014A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08" name="Google Shape;508;p46"/>
          <p:cNvGrpSpPr/>
          <p:nvPr/>
        </p:nvGrpSpPr>
        <p:grpSpPr>
          <a:xfrm>
            <a:off x="2302838" y="2599890"/>
            <a:ext cx="676077" cy="668626"/>
            <a:chOff x="3913" y="1091"/>
            <a:chExt cx="467" cy="464"/>
          </a:xfrm>
        </p:grpSpPr>
        <p:sp>
          <p:nvSpPr>
            <p:cNvPr id="509" name="Google Shape;509;p46"/>
            <p:cNvSpPr/>
            <p:nvPr/>
          </p:nvSpPr>
          <p:spPr>
            <a:xfrm>
              <a:off x="3917" y="1448"/>
              <a:ext cx="65" cy="106"/>
            </a:xfrm>
            <a:custGeom>
              <a:rect b="b" l="l" r="r" t="t"/>
              <a:pathLst>
                <a:path extrusionOk="0" h="474" w="291">
                  <a:moveTo>
                    <a:pt x="254" y="0"/>
                  </a:moveTo>
                  <a:lnTo>
                    <a:pt x="254" y="0"/>
                  </a:lnTo>
                  <a:cubicBezTo>
                    <a:pt x="36" y="0"/>
                    <a:pt x="36" y="0"/>
                    <a:pt x="36" y="0"/>
                  </a:cubicBezTo>
                  <a:cubicBezTo>
                    <a:pt x="16" y="0"/>
                    <a:pt x="0" y="16"/>
                    <a:pt x="0" y="36"/>
                  </a:cubicBezTo>
                  <a:cubicBezTo>
                    <a:pt x="0" y="473"/>
                    <a:pt x="0" y="473"/>
                    <a:pt x="0" y="473"/>
                  </a:cubicBezTo>
                  <a:cubicBezTo>
                    <a:pt x="290" y="473"/>
                    <a:pt x="290" y="473"/>
                    <a:pt x="290" y="473"/>
                  </a:cubicBezTo>
                  <a:cubicBezTo>
                    <a:pt x="290" y="36"/>
                    <a:pt x="290" y="36"/>
                    <a:pt x="290" y="36"/>
                  </a:cubicBezTo>
                  <a:cubicBezTo>
                    <a:pt x="290" y="16"/>
                    <a:pt x="274" y="0"/>
                    <a:pt x="254"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0" name="Google Shape;510;p46"/>
            <p:cNvSpPr/>
            <p:nvPr/>
          </p:nvSpPr>
          <p:spPr>
            <a:xfrm>
              <a:off x="4049" y="1333"/>
              <a:ext cx="65" cy="222"/>
            </a:xfrm>
            <a:custGeom>
              <a:rect b="b" l="l" r="r" t="t"/>
              <a:pathLst>
                <a:path extrusionOk="0" h="983" w="291">
                  <a:moveTo>
                    <a:pt x="253" y="0"/>
                  </a:moveTo>
                  <a:lnTo>
                    <a:pt x="253" y="0"/>
                  </a:lnTo>
                  <a:cubicBezTo>
                    <a:pt x="36" y="0"/>
                    <a:pt x="36" y="0"/>
                    <a:pt x="36" y="0"/>
                  </a:cubicBezTo>
                  <a:cubicBezTo>
                    <a:pt x="14" y="0"/>
                    <a:pt x="0" y="16"/>
                    <a:pt x="0" y="38"/>
                  </a:cubicBezTo>
                  <a:cubicBezTo>
                    <a:pt x="0" y="982"/>
                    <a:pt x="0" y="982"/>
                    <a:pt x="0" y="982"/>
                  </a:cubicBezTo>
                  <a:cubicBezTo>
                    <a:pt x="290" y="982"/>
                    <a:pt x="290" y="982"/>
                    <a:pt x="290" y="982"/>
                  </a:cubicBezTo>
                  <a:cubicBezTo>
                    <a:pt x="290" y="38"/>
                    <a:pt x="290" y="38"/>
                    <a:pt x="290" y="38"/>
                  </a:cubicBezTo>
                  <a:cubicBezTo>
                    <a:pt x="290" y="16"/>
                    <a:pt x="273" y="0"/>
                    <a:pt x="253"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1" name="Google Shape;511;p46"/>
            <p:cNvSpPr/>
            <p:nvPr/>
          </p:nvSpPr>
          <p:spPr>
            <a:xfrm>
              <a:off x="4180" y="1383"/>
              <a:ext cx="65" cy="172"/>
            </a:xfrm>
            <a:custGeom>
              <a:rect b="b" l="l" r="r" t="t"/>
              <a:pathLst>
                <a:path extrusionOk="0" h="764" w="291">
                  <a:moveTo>
                    <a:pt x="254" y="0"/>
                  </a:moveTo>
                  <a:lnTo>
                    <a:pt x="254" y="0"/>
                  </a:lnTo>
                  <a:cubicBezTo>
                    <a:pt x="37" y="0"/>
                    <a:pt x="37" y="0"/>
                    <a:pt x="37" y="0"/>
                  </a:cubicBezTo>
                  <a:cubicBezTo>
                    <a:pt x="17" y="0"/>
                    <a:pt x="0" y="16"/>
                    <a:pt x="0" y="36"/>
                  </a:cubicBezTo>
                  <a:cubicBezTo>
                    <a:pt x="0" y="763"/>
                    <a:pt x="0" y="763"/>
                    <a:pt x="0" y="763"/>
                  </a:cubicBezTo>
                  <a:cubicBezTo>
                    <a:pt x="290" y="763"/>
                    <a:pt x="290" y="763"/>
                    <a:pt x="290" y="763"/>
                  </a:cubicBezTo>
                  <a:cubicBezTo>
                    <a:pt x="290" y="36"/>
                    <a:pt x="290" y="36"/>
                    <a:pt x="290" y="36"/>
                  </a:cubicBezTo>
                  <a:cubicBezTo>
                    <a:pt x="290" y="16"/>
                    <a:pt x="276" y="0"/>
                    <a:pt x="254"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2" name="Google Shape;512;p46"/>
            <p:cNvSpPr/>
            <p:nvPr/>
          </p:nvSpPr>
          <p:spPr>
            <a:xfrm>
              <a:off x="4312" y="1317"/>
              <a:ext cx="65" cy="238"/>
            </a:xfrm>
            <a:custGeom>
              <a:rect b="b" l="l" r="r" t="t"/>
              <a:pathLst>
                <a:path extrusionOk="0" h="1055" w="291">
                  <a:moveTo>
                    <a:pt x="254" y="0"/>
                  </a:moveTo>
                  <a:lnTo>
                    <a:pt x="254" y="0"/>
                  </a:lnTo>
                  <a:cubicBezTo>
                    <a:pt x="36" y="0"/>
                    <a:pt x="36" y="0"/>
                    <a:pt x="36" y="0"/>
                  </a:cubicBezTo>
                  <a:cubicBezTo>
                    <a:pt x="16" y="0"/>
                    <a:pt x="0" y="17"/>
                    <a:pt x="0" y="37"/>
                  </a:cubicBezTo>
                  <a:cubicBezTo>
                    <a:pt x="0" y="1054"/>
                    <a:pt x="0" y="1054"/>
                    <a:pt x="0" y="1054"/>
                  </a:cubicBezTo>
                  <a:cubicBezTo>
                    <a:pt x="290" y="1054"/>
                    <a:pt x="290" y="1054"/>
                    <a:pt x="290" y="1054"/>
                  </a:cubicBezTo>
                  <a:cubicBezTo>
                    <a:pt x="290" y="37"/>
                    <a:pt x="290" y="37"/>
                    <a:pt x="290" y="37"/>
                  </a:cubicBezTo>
                  <a:cubicBezTo>
                    <a:pt x="290" y="17"/>
                    <a:pt x="274" y="0"/>
                    <a:pt x="254"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3" name="Google Shape;513;p46"/>
            <p:cNvSpPr/>
            <p:nvPr/>
          </p:nvSpPr>
          <p:spPr>
            <a:xfrm>
              <a:off x="3913" y="1091"/>
              <a:ext cx="467" cy="228"/>
            </a:xfrm>
            <a:custGeom>
              <a:rect b="b" l="l" r="r" t="t"/>
              <a:pathLst>
                <a:path extrusionOk="0" h="1010" w="2062">
                  <a:moveTo>
                    <a:pt x="1803" y="338"/>
                  </a:moveTo>
                  <a:lnTo>
                    <a:pt x="1803" y="338"/>
                  </a:lnTo>
                  <a:cubicBezTo>
                    <a:pt x="1850" y="382"/>
                    <a:pt x="1921" y="391"/>
                    <a:pt x="1977" y="357"/>
                  </a:cubicBezTo>
                  <a:cubicBezTo>
                    <a:pt x="2033" y="324"/>
                    <a:pt x="2061" y="257"/>
                    <a:pt x="2042" y="193"/>
                  </a:cubicBezTo>
                  <a:cubicBezTo>
                    <a:pt x="2026" y="130"/>
                    <a:pt x="1968" y="87"/>
                    <a:pt x="1903" y="87"/>
                  </a:cubicBezTo>
                  <a:cubicBezTo>
                    <a:pt x="1856" y="87"/>
                    <a:pt x="1812" y="108"/>
                    <a:pt x="1785" y="146"/>
                  </a:cubicBezTo>
                  <a:cubicBezTo>
                    <a:pt x="1758" y="183"/>
                    <a:pt x="1751" y="232"/>
                    <a:pt x="1765" y="275"/>
                  </a:cubicBezTo>
                  <a:cubicBezTo>
                    <a:pt x="1421" y="491"/>
                    <a:pt x="1421" y="491"/>
                    <a:pt x="1421" y="491"/>
                  </a:cubicBezTo>
                  <a:cubicBezTo>
                    <a:pt x="1370" y="442"/>
                    <a:pt x="1292" y="436"/>
                    <a:pt x="1236" y="480"/>
                  </a:cubicBezTo>
                  <a:cubicBezTo>
                    <a:pt x="875" y="221"/>
                    <a:pt x="875" y="221"/>
                    <a:pt x="875" y="221"/>
                  </a:cubicBezTo>
                  <a:cubicBezTo>
                    <a:pt x="904" y="155"/>
                    <a:pt x="882" y="79"/>
                    <a:pt x="824" y="39"/>
                  </a:cubicBezTo>
                  <a:cubicBezTo>
                    <a:pt x="766" y="0"/>
                    <a:pt x="688" y="7"/>
                    <a:pt x="637" y="58"/>
                  </a:cubicBezTo>
                  <a:cubicBezTo>
                    <a:pt x="589" y="108"/>
                    <a:pt x="583" y="186"/>
                    <a:pt x="623" y="244"/>
                  </a:cubicBezTo>
                  <a:cubicBezTo>
                    <a:pt x="224" y="719"/>
                    <a:pt x="224" y="719"/>
                    <a:pt x="224" y="719"/>
                  </a:cubicBezTo>
                  <a:cubicBezTo>
                    <a:pt x="157" y="688"/>
                    <a:pt x="78" y="710"/>
                    <a:pt x="40" y="771"/>
                  </a:cubicBezTo>
                  <a:cubicBezTo>
                    <a:pt x="0" y="833"/>
                    <a:pt x="12" y="915"/>
                    <a:pt x="69" y="962"/>
                  </a:cubicBezTo>
                  <a:cubicBezTo>
                    <a:pt x="125" y="1009"/>
                    <a:pt x="206" y="1007"/>
                    <a:pt x="261" y="956"/>
                  </a:cubicBezTo>
                  <a:cubicBezTo>
                    <a:pt x="313" y="907"/>
                    <a:pt x="322" y="826"/>
                    <a:pt x="279" y="766"/>
                  </a:cubicBezTo>
                  <a:cubicBezTo>
                    <a:pt x="679" y="291"/>
                    <a:pt x="679" y="291"/>
                    <a:pt x="679" y="291"/>
                  </a:cubicBezTo>
                  <a:cubicBezTo>
                    <a:pt x="728" y="315"/>
                    <a:pt x="786" y="309"/>
                    <a:pt x="828" y="277"/>
                  </a:cubicBezTo>
                  <a:cubicBezTo>
                    <a:pt x="1189" y="536"/>
                    <a:pt x="1189" y="536"/>
                    <a:pt x="1189" y="536"/>
                  </a:cubicBezTo>
                  <a:cubicBezTo>
                    <a:pt x="1162" y="594"/>
                    <a:pt x="1176" y="665"/>
                    <a:pt x="1227" y="708"/>
                  </a:cubicBezTo>
                  <a:cubicBezTo>
                    <a:pt x="1276" y="752"/>
                    <a:pt x="1349" y="755"/>
                    <a:pt x="1403" y="719"/>
                  </a:cubicBezTo>
                  <a:cubicBezTo>
                    <a:pt x="1457" y="683"/>
                    <a:pt x="1481" y="614"/>
                    <a:pt x="1459" y="552"/>
                  </a:cubicBezTo>
                  <a:lnTo>
                    <a:pt x="1803" y="338"/>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grpSp>
      <p:grpSp>
        <p:nvGrpSpPr>
          <p:cNvPr id="514" name="Google Shape;514;p46"/>
          <p:cNvGrpSpPr/>
          <p:nvPr/>
        </p:nvGrpSpPr>
        <p:grpSpPr>
          <a:xfrm>
            <a:off x="9238615" y="2687888"/>
            <a:ext cx="622300" cy="616652"/>
            <a:chOff x="288" y="2765"/>
            <a:chExt cx="402" cy="400"/>
          </a:xfrm>
        </p:grpSpPr>
        <p:sp>
          <p:nvSpPr>
            <p:cNvPr id="515" name="Google Shape;515;p46"/>
            <p:cNvSpPr/>
            <p:nvPr/>
          </p:nvSpPr>
          <p:spPr>
            <a:xfrm>
              <a:off x="288" y="3039"/>
              <a:ext cx="105" cy="62"/>
            </a:xfrm>
            <a:custGeom>
              <a:rect b="b" l="l" r="r" t="t"/>
              <a:pathLst>
                <a:path extrusionOk="0" h="280" w="466">
                  <a:moveTo>
                    <a:pt x="0" y="0"/>
                  </a:moveTo>
                  <a:lnTo>
                    <a:pt x="465" y="0"/>
                  </a:lnTo>
                  <a:lnTo>
                    <a:pt x="465" y="279"/>
                  </a:lnTo>
                  <a:lnTo>
                    <a:pt x="0" y="279"/>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6" name="Google Shape;516;p46"/>
            <p:cNvSpPr/>
            <p:nvPr/>
          </p:nvSpPr>
          <p:spPr>
            <a:xfrm>
              <a:off x="425" y="2965"/>
              <a:ext cx="105" cy="136"/>
            </a:xfrm>
            <a:custGeom>
              <a:rect b="b" l="l" r="r" t="t"/>
              <a:pathLst>
                <a:path extrusionOk="0" h="606" w="466">
                  <a:moveTo>
                    <a:pt x="0" y="0"/>
                  </a:moveTo>
                  <a:lnTo>
                    <a:pt x="465" y="0"/>
                  </a:lnTo>
                  <a:lnTo>
                    <a:pt x="465" y="605"/>
                  </a:lnTo>
                  <a:lnTo>
                    <a:pt x="0" y="605"/>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7" name="Google Shape;517;p46"/>
            <p:cNvSpPr/>
            <p:nvPr/>
          </p:nvSpPr>
          <p:spPr>
            <a:xfrm>
              <a:off x="538" y="2765"/>
              <a:ext cx="152" cy="337"/>
            </a:xfrm>
            <a:custGeom>
              <a:rect b="b" l="l" r="r" t="t"/>
              <a:pathLst>
                <a:path extrusionOk="0" h="1489" w="675">
                  <a:moveTo>
                    <a:pt x="569" y="561"/>
                  </a:moveTo>
                  <a:lnTo>
                    <a:pt x="674" y="561"/>
                  </a:lnTo>
                  <a:lnTo>
                    <a:pt x="336" y="0"/>
                  </a:lnTo>
                  <a:lnTo>
                    <a:pt x="0" y="561"/>
                  </a:lnTo>
                  <a:lnTo>
                    <a:pt x="105" y="561"/>
                  </a:lnTo>
                  <a:lnTo>
                    <a:pt x="105" y="1488"/>
                  </a:lnTo>
                  <a:lnTo>
                    <a:pt x="569" y="1488"/>
                  </a:lnTo>
                  <a:lnTo>
                    <a:pt x="569" y="561"/>
                  </a:ln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18" name="Google Shape;518;p46"/>
            <p:cNvSpPr/>
            <p:nvPr/>
          </p:nvSpPr>
          <p:spPr>
            <a:xfrm>
              <a:off x="288" y="3134"/>
              <a:ext cx="379" cy="31"/>
            </a:xfrm>
            <a:custGeom>
              <a:rect b="b" l="l" r="r" t="t"/>
              <a:pathLst>
                <a:path extrusionOk="0" h="141" w="1674">
                  <a:moveTo>
                    <a:pt x="0" y="0"/>
                  </a:moveTo>
                  <a:lnTo>
                    <a:pt x="1673" y="0"/>
                  </a:lnTo>
                  <a:lnTo>
                    <a:pt x="1673" y="140"/>
                  </a:lnTo>
                  <a:lnTo>
                    <a:pt x="0" y="140"/>
                  </a:ln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grpSp>
      <p:grpSp>
        <p:nvGrpSpPr>
          <p:cNvPr id="519" name="Google Shape;519;p46"/>
          <p:cNvGrpSpPr/>
          <p:nvPr/>
        </p:nvGrpSpPr>
        <p:grpSpPr>
          <a:xfrm>
            <a:off x="6920032" y="2706673"/>
            <a:ext cx="650696" cy="545797"/>
            <a:chOff x="5758" y="3508"/>
            <a:chExt cx="347" cy="293"/>
          </a:xfrm>
        </p:grpSpPr>
        <p:sp>
          <p:nvSpPr>
            <p:cNvPr id="520" name="Google Shape;520;p46"/>
            <p:cNvSpPr/>
            <p:nvPr/>
          </p:nvSpPr>
          <p:spPr>
            <a:xfrm>
              <a:off x="5783" y="3697"/>
              <a:ext cx="55" cy="104"/>
            </a:xfrm>
            <a:custGeom>
              <a:rect b="b" l="l" r="r" t="t"/>
              <a:pathLst>
                <a:path extrusionOk="0" h="463" w="247">
                  <a:moveTo>
                    <a:pt x="0" y="187"/>
                  </a:moveTo>
                  <a:lnTo>
                    <a:pt x="0" y="187"/>
                  </a:lnTo>
                  <a:cubicBezTo>
                    <a:pt x="0" y="435"/>
                    <a:pt x="0" y="435"/>
                    <a:pt x="0" y="435"/>
                  </a:cubicBezTo>
                  <a:cubicBezTo>
                    <a:pt x="0" y="450"/>
                    <a:pt x="13" y="462"/>
                    <a:pt x="27" y="462"/>
                  </a:cubicBezTo>
                  <a:cubicBezTo>
                    <a:pt x="219" y="462"/>
                    <a:pt x="219" y="462"/>
                    <a:pt x="219" y="462"/>
                  </a:cubicBezTo>
                  <a:cubicBezTo>
                    <a:pt x="234" y="462"/>
                    <a:pt x="246" y="450"/>
                    <a:pt x="246" y="435"/>
                  </a:cubicBezTo>
                  <a:cubicBezTo>
                    <a:pt x="246" y="0"/>
                    <a:pt x="246" y="0"/>
                    <a:pt x="246" y="0"/>
                  </a:cubicBezTo>
                  <a:cubicBezTo>
                    <a:pt x="108" y="138"/>
                    <a:pt x="108" y="138"/>
                    <a:pt x="108" y="138"/>
                  </a:cubicBezTo>
                  <a:cubicBezTo>
                    <a:pt x="78" y="167"/>
                    <a:pt x="41" y="185"/>
                    <a:pt x="0" y="187"/>
                  </a:cubicBez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1" name="Google Shape;521;p46"/>
            <p:cNvSpPr/>
            <p:nvPr/>
          </p:nvSpPr>
          <p:spPr>
            <a:xfrm>
              <a:off x="5861" y="3696"/>
              <a:ext cx="55" cy="105"/>
            </a:xfrm>
            <a:custGeom>
              <a:rect b="b" l="l" r="r" t="t"/>
              <a:pathLst>
                <a:path extrusionOk="0" h="467" w="247">
                  <a:moveTo>
                    <a:pt x="0" y="0"/>
                  </a:moveTo>
                  <a:lnTo>
                    <a:pt x="0" y="0"/>
                  </a:lnTo>
                  <a:cubicBezTo>
                    <a:pt x="0" y="439"/>
                    <a:pt x="0" y="439"/>
                    <a:pt x="0" y="439"/>
                  </a:cubicBezTo>
                  <a:cubicBezTo>
                    <a:pt x="0" y="454"/>
                    <a:pt x="13" y="466"/>
                    <a:pt x="29" y="466"/>
                  </a:cubicBezTo>
                  <a:cubicBezTo>
                    <a:pt x="219" y="466"/>
                    <a:pt x="219" y="466"/>
                    <a:pt x="219" y="466"/>
                  </a:cubicBezTo>
                  <a:cubicBezTo>
                    <a:pt x="234" y="466"/>
                    <a:pt x="246" y="454"/>
                    <a:pt x="246" y="439"/>
                  </a:cubicBezTo>
                  <a:cubicBezTo>
                    <a:pt x="246" y="180"/>
                    <a:pt x="246" y="180"/>
                    <a:pt x="246" y="180"/>
                  </a:cubicBezTo>
                  <a:cubicBezTo>
                    <a:pt x="203" y="179"/>
                    <a:pt x="162" y="163"/>
                    <a:pt x="132" y="131"/>
                  </a:cubicBez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2" name="Google Shape;522;p46"/>
            <p:cNvSpPr/>
            <p:nvPr/>
          </p:nvSpPr>
          <p:spPr>
            <a:xfrm>
              <a:off x="5938" y="3676"/>
              <a:ext cx="55" cy="125"/>
            </a:xfrm>
            <a:custGeom>
              <a:rect b="b" l="l" r="r" t="t"/>
              <a:pathLst>
                <a:path extrusionOk="0" h="555" w="247">
                  <a:moveTo>
                    <a:pt x="0" y="241"/>
                  </a:moveTo>
                  <a:lnTo>
                    <a:pt x="0" y="241"/>
                  </a:lnTo>
                  <a:cubicBezTo>
                    <a:pt x="0" y="527"/>
                    <a:pt x="0" y="527"/>
                    <a:pt x="0" y="527"/>
                  </a:cubicBezTo>
                  <a:cubicBezTo>
                    <a:pt x="0" y="542"/>
                    <a:pt x="12" y="554"/>
                    <a:pt x="27" y="554"/>
                  </a:cubicBezTo>
                  <a:cubicBezTo>
                    <a:pt x="219" y="554"/>
                    <a:pt x="219" y="554"/>
                    <a:pt x="219" y="554"/>
                  </a:cubicBezTo>
                  <a:cubicBezTo>
                    <a:pt x="234" y="554"/>
                    <a:pt x="246" y="542"/>
                    <a:pt x="246" y="527"/>
                  </a:cubicBezTo>
                  <a:cubicBezTo>
                    <a:pt x="246" y="0"/>
                    <a:pt x="246" y="0"/>
                    <a:pt x="246" y="0"/>
                  </a:cubicBezTo>
                  <a:cubicBezTo>
                    <a:pt x="27" y="219"/>
                    <a:pt x="27" y="219"/>
                    <a:pt x="27" y="219"/>
                  </a:cubicBezTo>
                  <a:cubicBezTo>
                    <a:pt x="18" y="228"/>
                    <a:pt x="9" y="234"/>
                    <a:pt x="0" y="241"/>
                  </a:cubicBez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3" name="Google Shape;523;p46"/>
            <p:cNvSpPr/>
            <p:nvPr/>
          </p:nvSpPr>
          <p:spPr>
            <a:xfrm>
              <a:off x="6016" y="3603"/>
              <a:ext cx="55" cy="198"/>
            </a:xfrm>
            <a:custGeom>
              <a:rect b="b" l="l" r="r" t="t"/>
              <a:pathLst>
                <a:path extrusionOk="0" h="877" w="247">
                  <a:moveTo>
                    <a:pt x="228" y="0"/>
                  </a:moveTo>
                  <a:lnTo>
                    <a:pt x="228" y="0"/>
                  </a:lnTo>
                  <a:cubicBezTo>
                    <a:pt x="0" y="227"/>
                    <a:pt x="0" y="227"/>
                    <a:pt x="0" y="227"/>
                  </a:cubicBezTo>
                  <a:cubicBezTo>
                    <a:pt x="0" y="849"/>
                    <a:pt x="0" y="849"/>
                    <a:pt x="0" y="849"/>
                  </a:cubicBezTo>
                  <a:cubicBezTo>
                    <a:pt x="0" y="864"/>
                    <a:pt x="12" y="876"/>
                    <a:pt x="27" y="876"/>
                  </a:cubicBezTo>
                  <a:cubicBezTo>
                    <a:pt x="219" y="876"/>
                    <a:pt x="219" y="876"/>
                    <a:pt x="219" y="876"/>
                  </a:cubicBezTo>
                  <a:cubicBezTo>
                    <a:pt x="234" y="876"/>
                    <a:pt x="246" y="864"/>
                    <a:pt x="246" y="849"/>
                  </a:cubicBezTo>
                  <a:cubicBezTo>
                    <a:pt x="246" y="16"/>
                    <a:pt x="246" y="16"/>
                    <a:pt x="246" y="16"/>
                  </a:cubicBezTo>
                  <a:cubicBezTo>
                    <a:pt x="241" y="11"/>
                    <a:pt x="235" y="7"/>
                    <a:pt x="233" y="4"/>
                  </a:cubicBezTo>
                  <a:lnTo>
                    <a:pt x="228" y="0"/>
                  </a:ln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4" name="Google Shape;524;p46"/>
            <p:cNvSpPr/>
            <p:nvPr/>
          </p:nvSpPr>
          <p:spPr>
            <a:xfrm>
              <a:off x="5758" y="3508"/>
              <a:ext cx="347" cy="210"/>
            </a:xfrm>
            <a:custGeom>
              <a:rect b="b" l="l" r="r" t="t"/>
              <a:pathLst>
                <a:path extrusionOk="0" h="930" w="1534">
                  <a:moveTo>
                    <a:pt x="1520" y="14"/>
                  </a:moveTo>
                  <a:lnTo>
                    <a:pt x="1520" y="14"/>
                  </a:lnTo>
                  <a:cubicBezTo>
                    <a:pt x="1510" y="4"/>
                    <a:pt x="1497" y="0"/>
                    <a:pt x="1479" y="0"/>
                  </a:cubicBezTo>
                  <a:cubicBezTo>
                    <a:pt x="1478" y="0"/>
                    <a:pt x="1475" y="0"/>
                    <a:pt x="1474" y="0"/>
                  </a:cubicBezTo>
                  <a:cubicBezTo>
                    <a:pt x="1385" y="4"/>
                    <a:pt x="1297" y="8"/>
                    <a:pt x="1207" y="12"/>
                  </a:cubicBezTo>
                  <a:cubicBezTo>
                    <a:pt x="1195" y="12"/>
                    <a:pt x="1179" y="14"/>
                    <a:pt x="1166" y="26"/>
                  </a:cubicBezTo>
                  <a:cubicBezTo>
                    <a:pt x="1162" y="30"/>
                    <a:pt x="1158" y="35"/>
                    <a:pt x="1157" y="41"/>
                  </a:cubicBezTo>
                  <a:cubicBezTo>
                    <a:pt x="1143" y="69"/>
                    <a:pt x="1162" y="87"/>
                    <a:pt x="1170" y="97"/>
                  </a:cubicBezTo>
                  <a:cubicBezTo>
                    <a:pt x="1192" y="120"/>
                    <a:pt x="1192" y="120"/>
                    <a:pt x="1192" y="120"/>
                  </a:cubicBezTo>
                  <a:cubicBezTo>
                    <a:pt x="1208" y="135"/>
                    <a:pt x="1223" y="151"/>
                    <a:pt x="1240" y="166"/>
                  </a:cubicBezTo>
                  <a:cubicBezTo>
                    <a:pt x="703" y="703"/>
                    <a:pt x="703" y="703"/>
                    <a:pt x="703" y="703"/>
                  </a:cubicBezTo>
                  <a:cubicBezTo>
                    <a:pt x="461" y="462"/>
                    <a:pt x="461" y="462"/>
                    <a:pt x="461" y="462"/>
                  </a:cubicBezTo>
                  <a:cubicBezTo>
                    <a:pt x="447" y="447"/>
                    <a:pt x="427" y="439"/>
                    <a:pt x="406" y="439"/>
                  </a:cubicBezTo>
                  <a:cubicBezTo>
                    <a:pt x="386" y="439"/>
                    <a:pt x="367" y="447"/>
                    <a:pt x="352" y="462"/>
                  </a:cubicBezTo>
                  <a:cubicBezTo>
                    <a:pt x="30" y="784"/>
                    <a:pt x="30" y="784"/>
                    <a:pt x="30" y="784"/>
                  </a:cubicBezTo>
                  <a:cubicBezTo>
                    <a:pt x="0" y="814"/>
                    <a:pt x="0" y="863"/>
                    <a:pt x="30" y="892"/>
                  </a:cubicBezTo>
                  <a:cubicBezTo>
                    <a:pt x="45" y="906"/>
                    <a:pt x="45" y="906"/>
                    <a:pt x="45" y="906"/>
                  </a:cubicBezTo>
                  <a:cubicBezTo>
                    <a:pt x="60" y="921"/>
                    <a:pt x="79" y="929"/>
                    <a:pt x="99" y="929"/>
                  </a:cubicBezTo>
                  <a:cubicBezTo>
                    <a:pt x="119" y="929"/>
                    <a:pt x="138" y="921"/>
                    <a:pt x="153" y="906"/>
                  </a:cubicBezTo>
                  <a:cubicBezTo>
                    <a:pt x="406" y="653"/>
                    <a:pt x="406" y="653"/>
                    <a:pt x="406" y="653"/>
                  </a:cubicBezTo>
                  <a:cubicBezTo>
                    <a:pt x="648" y="895"/>
                    <a:pt x="648" y="895"/>
                    <a:pt x="648" y="895"/>
                  </a:cubicBezTo>
                  <a:cubicBezTo>
                    <a:pt x="663" y="910"/>
                    <a:pt x="682" y="918"/>
                    <a:pt x="703" y="918"/>
                  </a:cubicBezTo>
                  <a:cubicBezTo>
                    <a:pt x="723" y="918"/>
                    <a:pt x="742" y="910"/>
                    <a:pt x="757" y="895"/>
                  </a:cubicBezTo>
                  <a:cubicBezTo>
                    <a:pt x="1363" y="290"/>
                    <a:pt x="1363" y="290"/>
                    <a:pt x="1363" y="290"/>
                  </a:cubicBezTo>
                  <a:cubicBezTo>
                    <a:pt x="1431" y="358"/>
                    <a:pt x="1431" y="358"/>
                    <a:pt x="1431" y="358"/>
                  </a:cubicBezTo>
                  <a:cubicBezTo>
                    <a:pt x="1440" y="366"/>
                    <a:pt x="1450" y="377"/>
                    <a:pt x="1468" y="377"/>
                  </a:cubicBezTo>
                  <a:cubicBezTo>
                    <a:pt x="1475" y="377"/>
                    <a:pt x="1483" y="375"/>
                    <a:pt x="1490" y="371"/>
                  </a:cubicBezTo>
                  <a:cubicBezTo>
                    <a:pt x="1495" y="369"/>
                    <a:pt x="1499" y="364"/>
                    <a:pt x="1503" y="362"/>
                  </a:cubicBezTo>
                  <a:cubicBezTo>
                    <a:pt x="1517" y="348"/>
                    <a:pt x="1520" y="330"/>
                    <a:pt x="1520" y="317"/>
                  </a:cubicBezTo>
                  <a:cubicBezTo>
                    <a:pt x="1522" y="260"/>
                    <a:pt x="1525" y="201"/>
                    <a:pt x="1528" y="143"/>
                  </a:cubicBezTo>
                  <a:cubicBezTo>
                    <a:pt x="1532" y="57"/>
                    <a:pt x="1532" y="57"/>
                    <a:pt x="1532" y="57"/>
                  </a:cubicBezTo>
                  <a:cubicBezTo>
                    <a:pt x="1533" y="38"/>
                    <a:pt x="1529" y="24"/>
                    <a:pt x="1520" y="14"/>
                  </a:cubicBezTo>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grpSp>
      <p:grpSp>
        <p:nvGrpSpPr>
          <p:cNvPr id="525" name="Google Shape;525;p46"/>
          <p:cNvGrpSpPr/>
          <p:nvPr/>
        </p:nvGrpSpPr>
        <p:grpSpPr>
          <a:xfrm>
            <a:off x="4644791" y="2716199"/>
            <a:ext cx="596471" cy="545796"/>
            <a:chOff x="5758" y="3917"/>
            <a:chExt cx="347" cy="319"/>
          </a:xfrm>
        </p:grpSpPr>
        <p:sp>
          <p:nvSpPr>
            <p:cNvPr id="526" name="Google Shape;526;p46"/>
            <p:cNvSpPr/>
            <p:nvPr/>
          </p:nvSpPr>
          <p:spPr>
            <a:xfrm>
              <a:off x="5777" y="4002"/>
              <a:ext cx="58" cy="234"/>
            </a:xfrm>
            <a:custGeom>
              <a:rect b="b" l="l" r="r" t="t"/>
              <a:pathLst>
                <a:path extrusionOk="0" h="1037" w="259">
                  <a:moveTo>
                    <a:pt x="0" y="995"/>
                  </a:moveTo>
                  <a:lnTo>
                    <a:pt x="0" y="995"/>
                  </a:lnTo>
                  <a:cubicBezTo>
                    <a:pt x="0" y="1018"/>
                    <a:pt x="17" y="1036"/>
                    <a:pt x="41" y="1036"/>
                  </a:cubicBezTo>
                  <a:cubicBezTo>
                    <a:pt x="217" y="1036"/>
                    <a:pt x="217" y="1036"/>
                    <a:pt x="217" y="1036"/>
                  </a:cubicBezTo>
                  <a:cubicBezTo>
                    <a:pt x="240" y="1036"/>
                    <a:pt x="258" y="1018"/>
                    <a:pt x="258" y="995"/>
                  </a:cubicBezTo>
                  <a:cubicBezTo>
                    <a:pt x="258" y="259"/>
                    <a:pt x="258" y="259"/>
                    <a:pt x="258" y="259"/>
                  </a:cubicBezTo>
                  <a:cubicBezTo>
                    <a:pt x="0" y="0"/>
                    <a:pt x="0" y="0"/>
                    <a:pt x="0" y="0"/>
                  </a:cubicBezTo>
                  <a:lnTo>
                    <a:pt x="0" y="995"/>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7" name="Google Shape;527;p46"/>
            <p:cNvSpPr/>
            <p:nvPr/>
          </p:nvSpPr>
          <p:spPr>
            <a:xfrm>
              <a:off x="5859" y="4083"/>
              <a:ext cx="58" cy="153"/>
            </a:xfrm>
            <a:custGeom>
              <a:rect b="b" l="l" r="r" t="t"/>
              <a:pathLst>
                <a:path extrusionOk="0" h="678" w="259">
                  <a:moveTo>
                    <a:pt x="0" y="0"/>
                  </a:moveTo>
                  <a:lnTo>
                    <a:pt x="0" y="0"/>
                  </a:lnTo>
                  <a:cubicBezTo>
                    <a:pt x="0" y="636"/>
                    <a:pt x="0" y="636"/>
                    <a:pt x="0" y="636"/>
                  </a:cubicBezTo>
                  <a:cubicBezTo>
                    <a:pt x="0" y="659"/>
                    <a:pt x="18" y="677"/>
                    <a:pt x="41" y="677"/>
                  </a:cubicBezTo>
                  <a:cubicBezTo>
                    <a:pt x="217" y="677"/>
                    <a:pt x="217" y="677"/>
                    <a:pt x="217" y="677"/>
                  </a:cubicBezTo>
                  <a:cubicBezTo>
                    <a:pt x="239" y="677"/>
                    <a:pt x="258" y="659"/>
                    <a:pt x="258" y="636"/>
                  </a:cubicBezTo>
                  <a:cubicBezTo>
                    <a:pt x="258" y="200"/>
                    <a:pt x="258" y="200"/>
                    <a:pt x="258" y="200"/>
                  </a:cubicBezTo>
                  <a:cubicBezTo>
                    <a:pt x="215" y="194"/>
                    <a:pt x="174" y="174"/>
                    <a:pt x="143" y="143"/>
                  </a:cubicBezTo>
                  <a:lnTo>
                    <a:pt x="0" y="0"/>
                  </a:ln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8" name="Google Shape;528;p46"/>
            <p:cNvSpPr/>
            <p:nvPr/>
          </p:nvSpPr>
          <p:spPr>
            <a:xfrm>
              <a:off x="6021" y="4166"/>
              <a:ext cx="58" cy="70"/>
            </a:xfrm>
            <a:custGeom>
              <a:rect b="b" l="l" r="r" t="t"/>
              <a:pathLst>
                <a:path extrusionOk="0" h="311" w="260">
                  <a:moveTo>
                    <a:pt x="0" y="0"/>
                  </a:moveTo>
                  <a:lnTo>
                    <a:pt x="0" y="0"/>
                  </a:lnTo>
                  <a:cubicBezTo>
                    <a:pt x="0" y="269"/>
                    <a:pt x="0" y="269"/>
                    <a:pt x="0" y="269"/>
                  </a:cubicBezTo>
                  <a:cubicBezTo>
                    <a:pt x="0" y="292"/>
                    <a:pt x="19" y="310"/>
                    <a:pt x="41" y="310"/>
                  </a:cubicBezTo>
                  <a:cubicBezTo>
                    <a:pt x="217" y="310"/>
                    <a:pt x="217" y="310"/>
                    <a:pt x="217" y="310"/>
                  </a:cubicBezTo>
                  <a:cubicBezTo>
                    <a:pt x="240" y="310"/>
                    <a:pt x="259" y="292"/>
                    <a:pt x="259" y="269"/>
                  </a:cubicBezTo>
                  <a:cubicBezTo>
                    <a:pt x="259" y="14"/>
                    <a:pt x="259" y="14"/>
                    <a:pt x="259" y="14"/>
                  </a:cubicBezTo>
                  <a:cubicBezTo>
                    <a:pt x="181" y="10"/>
                    <a:pt x="102" y="6"/>
                    <a:pt x="23" y="1"/>
                  </a:cubicBezTo>
                  <a:cubicBezTo>
                    <a:pt x="18" y="1"/>
                    <a:pt x="9" y="1"/>
                    <a:pt x="0"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29" name="Google Shape;529;p46"/>
            <p:cNvSpPr/>
            <p:nvPr/>
          </p:nvSpPr>
          <p:spPr>
            <a:xfrm>
              <a:off x="5940" y="4088"/>
              <a:ext cx="58" cy="148"/>
            </a:xfrm>
            <a:custGeom>
              <a:rect b="b" l="l" r="r" t="t"/>
              <a:pathLst>
                <a:path extrusionOk="0" h="656" w="260">
                  <a:moveTo>
                    <a:pt x="255" y="66"/>
                  </a:moveTo>
                  <a:lnTo>
                    <a:pt x="255" y="66"/>
                  </a:lnTo>
                  <a:cubicBezTo>
                    <a:pt x="187" y="0"/>
                    <a:pt x="187" y="0"/>
                    <a:pt x="187" y="0"/>
                  </a:cubicBezTo>
                  <a:cubicBezTo>
                    <a:pt x="66" y="121"/>
                    <a:pt x="66" y="121"/>
                    <a:pt x="66" y="121"/>
                  </a:cubicBezTo>
                  <a:cubicBezTo>
                    <a:pt x="47" y="140"/>
                    <a:pt x="24" y="155"/>
                    <a:pt x="0" y="164"/>
                  </a:cubicBezTo>
                  <a:cubicBezTo>
                    <a:pt x="0" y="614"/>
                    <a:pt x="0" y="614"/>
                    <a:pt x="0" y="614"/>
                  </a:cubicBezTo>
                  <a:cubicBezTo>
                    <a:pt x="0" y="637"/>
                    <a:pt x="19" y="655"/>
                    <a:pt x="42" y="655"/>
                  </a:cubicBezTo>
                  <a:cubicBezTo>
                    <a:pt x="217" y="655"/>
                    <a:pt x="217" y="655"/>
                    <a:pt x="217" y="655"/>
                  </a:cubicBezTo>
                  <a:cubicBezTo>
                    <a:pt x="240" y="655"/>
                    <a:pt x="259" y="637"/>
                    <a:pt x="259" y="614"/>
                  </a:cubicBezTo>
                  <a:cubicBezTo>
                    <a:pt x="259" y="295"/>
                    <a:pt x="259" y="295"/>
                    <a:pt x="259" y="295"/>
                  </a:cubicBezTo>
                  <a:cubicBezTo>
                    <a:pt x="246" y="281"/>
                    <a:pt x="235" y="265"/>
                    <a:pt x="227" y="247"/>
                  </a:cubicBezTo>
                  <a:cubicBezTo>
                    <a:pt x="213" y="217"/>
                    <a:pt x="190" y="141"/>
                    <a:pt x="255" y="6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sp>
          <p:nvSpPr>
            <p:cNvPr id="530" name="Google Shape;530;p46"/>
            <p:cNvSpPr/>
            <p:nvPr/>
          </p:nvSpPr>
          <p:spPr>
            <a:xfrm>
              <a:off x="5758" y="3917"/>
              <a:ext cx="347" cy="225"/>
            </a:xfrm>
            <a:custGeom>
              <a:rect b="b" l="l" r="r" t="t"/>
              <a:pathLst>
                <a:path extrusionOk="0" h="996" w="1534">
                  <a:moveTo>
                    <a:pt x="1532" y="936"/>
                  </a:moveTo>
                  <a:lnTo>
                    <a:pt x="1532" y="936"/>
                  </a:lnTo>
                  <a:cubicBezTo>
                    <a:pt x="1528" y="845"/>
                    <a:pt x="1528" y="845"/>
                    <a:pt x="1528" y="845"/>
                  </a:cubicBezTo>
                  <a:cubicBezTo>
                    <a:pt x="1525" y="783"/>
                    <a:pt x="1522" y="724"/>
                    <a:pt x="1520" y="663"/>
                  </a:cubicBezTo>
                  <a:cubicBezTo>
                    <a:pt x="1518" y="650"/>
                    <a:pt x="1516" y="631"/>
                    <a:pt x="1502" y="617"/>
                  </a:cubicBezTo>
                  <a:cubicBezTo>
                    <a:pt x="1498" y="613"/>
                    <a:pt x="1494" y="609"/>
                    <a:pt x="1488" y="606"/>
                  </a:cubicBezTo>
                  <a:cubicBezTo>
                    <a:pt x="1480" y="602"/>
                    <a:pt x="1472" y="601"/>
                    <a:pt x="1465" y="601"/>
                  </a:cubicBezTo>
                  <a:cubicBezTo>
                    <a:pt x="1446" y="601"/>
                    <a:pt x="1434" y="612"/>
                    <a:pt x="1426" y="621"/>
                  </a:cubicBezTo>
                  <a:cubicBezTo>
                    <a:pt x="1407" y="640"/>
                    <a:pt x="1407" y="640"/>
                    <a:pt x="1407" y="640"/>
                  </a:cubicBezTo>
                  <a:cubicBezTo>
                    <a:pt x="1391" y="657"/>
                    <a:pt x="1374" y="672"/>
                    <a:pt x="1358" y="688"/>
                  </a:cubicBezTo>
                  <a:cubicBezTo>
                    <a:pt x="1357" y="689"/>
                    <a:pt x="1355" y="691"/>
                    <a:pt x="1354" y="692"/>
                  </a:cubicBezTo>
                  <a:cubicBezTo>
                    <a:pt x="1045" y="385"/>
                    <a:pt x="1045" y="385"/>
                    <a:pt x="1045" y="385"/>
                  </a:cubicBezTo>
                  <a:cubicBezTo>
                    <a:pt x="1030" y="370"/>
                    <a:pt x="1010" y="360"/>
                    <a:pt x="988" y="360"/>
                  </a:cubicBezTo>
                  <a:cubicBezTo>
                    <a:pt x="968" y="360"/>
                    <a:pt x="948" y="370"/>
                    <a:pt x="931" y="385"/>
                  </a:cubicBezTo>
                  <a:cubicBezTo>
                    <a:pt x="727" y="590"/>
                    <a:pt x="727" y="590"/>
                    <a:pt x="727" y="590"/>
                  </a:cubicBezTo>
                  <a:cubicBezTo>
                    <a:pt x="162" y="24"/>
                    <a:pt x="162" y="24"/>
                    <a:pt x="162" y="24"/>
                  </a:cubicBezTo>
                  <a:cubicBezTo>
                    <a:pt x="147" y="10"/>
                    <a:pt x="126" y="0"/>
                    <a:pt x="105" y="0"/>
                  </a:cubicBezTo>
                  <a:cubicBezTo>
                    <a:pt x="83" y="0"/>
                    <a:pt x="62" y="10"/>
                    <a:pt x="47" y="24"/>
                  </a:cubicBezTo>
                  <a:cubicBezTo>
                    <a:pt x="31" y="39"/>
                    <a:pt x="31" y="39"/>
                    <a:pt x="31" y="39"/>
                  </a:cubicBezTo>
                  <a:cubicBezTo>
                    <a:pt x="0" y="72"/>
                    <a:pt x="0" y="122"/>
                    <a:pt x="31" y="155"/>
                  </a:cubicBezTo>
                  <a:cubicBezTo>
                    <a:pt x="670" y="791"/>
                    <a:pt x="670" y="791"/>
                    <a:pt x="670" y="791"/>
                  </a:cubicBezTo>
                  <a:cubicBezTo>
                    <a:pt x="685" y="806"/>
                    <a:pt x="705" y="816"/>
                    <a:pt x="727" y="816"/>
                  </a:cubicBezTo>
                  <a:cubicBezTo>
                    <a:pt x="749" y="816"/>
                    <a:pt x="769" y="806"/>
                    <a:pt x="783" y="791"/>
                  </a:cubicBezTo>
                  <a:cubicBezTo>
                    <a:pt x="988" y="587"/>
                    <a:pt x="988" y="587"/>
                    <a:pt x="988" y="587"/>
                  </a:cubicBezTo>
                  <a:cubicBezTo>
                    <a:pt x="1223" y="821"/>
                    <a:pt x="1223" y="821"/>
                    <a:pt x="1223" y="821"/>
                  </a:cubicBezTo>
                  <a:cubicBezTo>
                    <a:pt x="1207" y="838"/>
                    <a:pt x="1191" y="854"/>
                    <a:pt x="1174" y="870"/>
                  </a:cubicBezTo>
                  <a:cubicBezTo>
                    <a:pt x="1151" y="895"/>
                    <a:pt x="1151" y="895"/>
                    <a:pt x="1151" y="895"/>
                  </a:cubicBezTo>
                  <a:cubicBezTo>
                    <a:pt x="1142" y="904"/>
                    <a:pt x="1123" y="923"/>
                    <a:pt x="1136" y="953"/>
                  </a:cubicBezTo>
                  <a:cubicBezTo>
                    <a:pt x="1139" y="959"/>
                    <a:pt x="1143" y="964"/>
                    <a:pt x="1147" y="968"/>
                  </a:cubicBezTo>
                  <a:cubicBezTo>
                    <a:pt x="1161" y="982"/>
                    <a:pt x="1177" y="982"/>
                    <a:pt x="1189" y="983"/>
                  </a:cubicBezTo>
                  <a:cubicBezTo>
                    <a:pt x="1283" y="987"/>
                    <a:pt x="1377" y="991"/>
                    <a:pt x="1471" y="995"/>
                  </a:cubicBezTo>
                  <a:cubicBezTo>
                    <a:pt x="1472" y="995"/>
                    <a:pt x="1474" y="995"/>
                    <a:pt x="1476" y="995"/>
                  </a:cubicBezTo>
                  <a:cubicBezTo>
                    <a:pt x="1494" y="995"/>
                    <a:pt x="1509" y="991"/>
                    <a:pt x="1518" y="980"/>
                  </a:cubicBezTo>
                  <a:cubicBezTo>
                    <a:pt x="1529" y="970"/>
                    <a:pt x="1533" y="956"/>
                    <a:pt x="1532" y="93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5"/>
                <a:buFont typeface="Arial"/>
                <a:buNone/>
              </a:pPr>
              <a:r>
                <a:t/>
              </a:r>
              <a:endParaRPr b="0" i="0" sz="705" u="none" cap="none" strike="noStrike">
                <a:solidFill>
                  <a:schemeClr val="dk1"/>
                </a:solidFill>
                <a:latin typeface="Calibri"/>
                <a:ea typeface="Calibri"/>
                <a:cs typeface="Calibri"/>
                <a:sym typeface="Calibri"/>
              </a:endParaRPr>
            </a:p>
          </p:txBody>
        </p:sp>
      </p:grpSp>
      <p:sp>
        <p:nvSpPr>
          <p:cNvPr id="531" name="Google Shape;531;p46"/>
          <p:cNvSpPr txBox="1"/>
          <p:nvPr/>
        </p:nvSpPr>
        <p:spPr>
          <a:xfrm>
            <a:off x="1799908" y="3507740"/>
            <a:ext cx="16833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i="0" lang="en-US" sz="1000" u="none" cap="none" strike="noStrike">
                <a:solidFill>
                  <a:schemeClr val="dk1"/>
                </a:solidFill>
                <a:latin typeface="Nunito Sans Medium"/>
                <a:ea typeface="Nunito Sans Medium"/>
                <a:cs typeface="Nunito Sans Medium"/>
                <a:sym typeface="Nunito Sans Medium"/>
              </a:rPr>
              <a:t>Quo amet placeat ut labore magnam est blanditiis magnam. </a:t>
            </a:r>
            <a:endParaRPr i="0" sz="1500" u="none" cap="none" strike="noStrike">
              <a:solidFill>
                <a:srgbClr val="000000"/>
              </a:solidFill>
              <a:latin typeface="Nunito Sans Medium"/>
              <a:ea typeface="Nunito Sans Medium"/>
              <a:cs typeface="Nunito Sans Medium"/>
              <a:sym typeface="Nunito Sans Medium"/>
            </a:endParaRPr>
          </a:p>
        </p:txBody>
      </p:sp>
      <p:sp>
        <p:nvSpPr>
          <p:cNvPr id="532" name="Google Shape;532;p46"/>
          <p:cNvSpPr txBox="1"/>
          <p:nvPr/>
        </p:nvSpPr>
        <p:spPr>
          <a:xfrm>
            <a:off x="4103053" y="3495040"/>
            <a:ext cx="16833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i="0" lang="en-US" sz="1000" u="none" cap="none" strike="noStrike">
                <a:solidFill>
                  <a:schemeClr val="dk1"/>
                </a:solidFill>
                <a:latin typeface="Nunito Sans Medium"/>
                <a:ea typeface="Nunito Sans Medium"/>
                <a:cs typeface="Nunito Sans Medium"/>
                <a:sym typeface="Nunito Sans Medium"/>
              </a:rPr>
              <a:t>Quo amet placeat ut labore magnam est blanditiis magnam. </a:t>
            </a:r>
            <a:endParaRPr i="0" sz="1500" u="none" cap="none" strike="noStrike">
              <a:solidFill>
                <a:srgbClr val="000000"/>
              </a:solidFill>
              <a:latin typeface="Nunito Sans Medium"/>
              <a:ea typeface="Nunito Sans Medium"/>
              <a:cs typeface="Nunito Sans Medium"/>
              <a:sym typeface="Nunito Sans Medium"/>
            </a:endParaRPr>
          </a:p>
        </p:txBody>
      </p:sp>
      <p:sp>
        <p:nvSpPr>
          <p:cNvPr id="533" name="Google Shape;533;p46"/>
          <p:cNvSpPr txBox="1"/>
          <p:nvPr/>
        </p:nvSpPr>
        <p:spPr>
          <a:xfrm>
            <a:off x="6405563" y="3507740"/>
            <a:ext cx="16833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i="0" lang="en-US" sz="1000" u="none" cap="none" strike="noStrike">
                <a:solidFill>
                  <a:schemeClr val="dk1"/>
                </a:solidFill>
                <a:latin typeface="Nunito Sans Medium"/>
                <a:ea typeface="Nunito Sans Medium"/>
                <a:cs typeface="Nunito Sans Medium"/>
                <a:sym typeface="Nunito Sans Medium"/>
              </a:rPr>
              <a:t>Quo amet placeat ut labore magnam est blanditiis magnam. </a:t>
            </a:r>
            <a:endParaRPr i="0" sz="1500" u="none" cap="none" strike="noStrike">
              <a:solidFill>
                <a:srgbClr val="000000"/>
              </a:solidFill>
              <a:latin typeface="Nunito Sans Medium"/>
              <a:ea typeface="Nunito Sans Medium"/>
              <a:cs typeface="Nunito Sans Medium"/>
              <a:sym typeface="Nunito Sans Medium"/>
            </a:endParaRPr>
          </a:p>
        </p:txBody>
      </p:sp>
      <p:sp>
        <p:nvSpPr>
          <p:cNvPr id="534" name="Google Shape;534;p46"/>
          <p:cNvSpPr txBox="1"/>
          <p:nvPr/>
        </p:nvSpPr>
        <p:spPr>
          <a:xfrm>
            <a:off x="8708073" y="3507740"/>
            <a:ext cx="16833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i="0" lang="en-US" sz="1000" u="none" cap="none" strike="noStrike">
                <a:solidFill>
                  <a:schemeClr val="dk1"/>
                </a:solidFill>
                <a:latin typeface="Nunito Sans Medium"/>
                <a:ea typeface="Nunito Sans Medium"/>
                <a:cs typeface="Nunito Sans Medium"/>
                <a:sym typeface="Nunito Sans Medium"/>
              </a:rPr>
              <a:t>Quo amet placeat ut labore magnam est blanditiis magnam. </a:t>
            </a:r>
            <a:endParaRPr i="0" sz="1500" u="none" cap="none" strike="noStrike">
              <a:solidFill>
                <a:srgbClr val="000000"/>
              </a:solidFill>
              <a:latin typeface="Nunito Sans Medium"/>
              <a:ea typeface="Nunito Sans Medium"/>
              <a:cs typeface="Nunito Sans Medium"/>
              <a:sym typeface="Nunito Sans Medium"/>
            </a:endParaRPr>
          </a:p>
        </p:txBody>
      </p:sp>
      <p:sp>
        <p:nvSpPr>
          <p:cNvPr id="535" name="Google Shape;535;p46"/>
          <p:cNvSpPr txBox="1"/>
          <p:nvPr/>
        </p:nvSpPr>
        <p:spPr>
          <a:xfrm>
            <a:off x="1746968" y="4773930"/>
            <a:ext cx="176799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i="0" lang="en-US" sz="1200" u="none" cap="none" strike="noStrike">
                <a:solidFill>
                  <a:schemeClr val="dk1"/>
                </a:solidFill>
                <a:latin typeface="Nunito Sans ExtraBold"/>
                <a:ea typeface="Nunito Sans ExtraBold"/>
                <a:cs typeface="Nunito Sans ExtraBold"/>
                <a:sym typeface="Nunito Sans ExtraBold"/>
              </a:rPr>
              <a:t>TEXT TITTLE HERE</a:t>
            </a:r>
            <a:endParaRPr i="0" sz="1400" u="none" cap="none" strike="noStrike">
              <a:solidFill>
                <a:srgbClr val="000000"/>
              </a:solidFill>
              <a:latin typeface="Nunito Sans ExtraBold"/>
              <a:ea typeface="Nunito Sans ExtraBold"/>
              <a:cs typeface="Nunito Sans ExtraBold"/>
              <a:sym typeface="Nunito Sans ExtraBold"/>
            </a:endParaRPr>
          </a:p>
        </p:txBody>
      </p:sp>
      <p:sp>
        <p:nvSpPr>
          <p:cNvPr id="536" name="Google Shape;536;p46"/>
          <p:cNvSpPr txBox="1"/>
          <p:nvPr/>
        </p:nvSpPr>
        <p:spPr>
          <a:xfrm>
            <a:off x="6505893" y="4773930"/>
            <a:ext cx="176799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i="0" lang="en-US" sz="1200" u="none" cap="none" strike="noStrike">
                <a:solidFill>
                  <a:schemeClr val="dk1"/>
                </a:solidFill>
                <a:latin typeface="Nunito Sans ExtraBold"/>
                <a:ea typeface="Nunito Sans ExtraBold"/>
                <a:cs typeface="Nunito Sans ExtraBold"/>
                <a:sym typeface="Nunito Sans ExtraBold"/>
              </a:rPr>
              <a:t>TEXT TITTLE HERE</a:t>
            </a:r>
            <a:endParaRPr i="0" sz="1400" u="none" cap="none" strike="noStrike">
              <a:solidFill>
                <a:srgbClr val="000000"/>
              </a:solidFill>
              <a:latin typeface="Nunito Sans ExtraBold"/>
              <a:ea typeface="Nunito Sans ExtraBold"/>
              <a:cs typeface="Nunito Sans ExtraBold"/>
              <a:sym typeface="Nunito Sans ExtraBold"/>
            </a:endParaRPr>
          </a:p>
        </p:txBody>
      </p:sp>
      <p:sp>
        <p:nvSpPr>
          <p:cNvPr id="537" name="Google Shape;537;p46"/>
          <p:cNvSpPr txBox="1"/>
          <p:nvPr/>
        </p:nvSpPr>
        <p:spPr>
          <a:xfrm>
            <a:off x="4203383" y="4773930"/>
            <a:ext cx="176799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i="0" lang="en-US" sz="1200" u="none" cap="none" strike="noStrike">
                <a:solidFill>
                  <a:schemeClr val="dk1"/>
                </a:solidFill>
                <a:latin typeface="Nunito Sans ExtraBold"/>
                <a:ea typeface="Nunito Sans ExtraBold"/>
                <a:cs typeface="Nunito Sans ExtraBold"/>
                <a:sym typeface="Nunito Sans ExtraBold"/>
              </a:rPr>
              <a:t>TEXT TITTLE HERE</a:t>
            </a:r>
            <a:endParaRPr i="0" sz="1400" u="none" cap="none" strike="noStrike">
              <a:solidFill>
                <a:srgbClr val="000000"/>
              </a:solidFill>
              <a:latin typeface="Nunito Sans ExtraBold"/>
              <a:ea typeface="Nunito Sans ExtraBold"/>
              <a:cs typeface="Nunito Sans ExtraBold"/>
              <a:sym typeface="Nunito Sans ExtraBold"/>
            </a:endParaRPr>
          </a:p>
        </p:txBody>
      </p:sp>
      <p:sp>
        <p:nvSpPr>
          <p:cNvPr id="538" name="Google Shape;538;p46"/>
          <p:cNvSpPr txBox="1"/>
          <p:nvPr/>
        </p:nvSpPr>
        <p:spPr>
          <a:xfrm>
            <a:off x="8808403" y="4773930"/>
            <a:ext cx="201554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i="0" lang="en-US" sz="1200" u="none" cap="none" strike="noStrike">
                <a:solidFill>
                  <a:schemeClr val="dk1"/>
                </a:solidFill>
                <a:latin typeface="Nunito Sans ExtraBold"/>
                <a:ea typeface="Nunito Sans ExtraBold"/>
                <a:cs typeface="Nunito Sans ExtraBold"/>
                <a:sym typeface="Nunito Sans ExtraBold"/>
              </a:rPr>
              <a:t>TEXT TITTLE HERE</a:t>
            </a:r>
            <a:endParaRPr i="0" sz="1400" u="none" cap="none" strike="noStrike">
              <a:solidFill>
                <a:srgbClr val="000000"/>
              </a:solidFill>
              <a:latin typeface="Nunito Sans ExtraBold"/>
              <a:ea typeface="Nunito Sans ExtraBold"/>
              <a:cs typeface="Nunito Sans ExtraBold"/>
              <a:sym typeface="Nunito Sans ExtraBold"/>
            </a:endParaRPr>
          </a:p>
        </p:txBody>
      </p:sp>
      <p:sp>
        <p:nvSpPr>
          <p:cNvPr id="539" name="Google Shape;539;p46"/>
          <p:cNvSpPr/>
          <p:nvPr/>
        </p:nvSpPr>
        <p:spPr>
          <a:xfrm>
            <a:off x="11233900" y="588750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46"/>
          <p:cNvSpPr/>
          <p:nvPr/>
        </p:nvSpPr>
        <p:spPr>
          <a:xfrm rot="-1800000">
            <a:off x="11558783" y="61652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46"/>
          <p:cNvSpPr/>
          <p:nvPr/>
        </p:nvSpPr>
        <p:spPr>
          <a:xfrm>
            <a:off x="15900" y="15900"/>
            <a:ext cx="702300" cy="68580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42" name="Google Shape;542;p46"/>
          <p:cNvPicPr preferRelativeResize="0"/>
          <p:nvPr/>
        </p:nvPicPr>
        <p:blipFill>
          <a:blip r:embed="rId3">
            <a:alphaModFix/>
          </a:blip>
          <a:stretch>
            <a:fillRect/>
          </a:stretch>
        </p:blipFill>
        <p:spPr>
          <a:xfrm>
            <a:off x="9571450" y="120549"/>
            <a:ext cx="2417350" cy="738700"/>
          </a:xfrm>
          <a:prstGeom prst="rect">
            <a:avLst/>
          </a:prstGeom>
          <a:noFill/>
          <a:ln>
            <a:noFill/>
          </a:ln>
        </p:spPr>
      </p:pic>
      <p:sp>
        <p:nvSpPr>
          <p:cNvPr id="543" name="Google Shape;543;p46"/>
          <p:cNvSpPr txBox="1"/>
          <p:nvPr/>
        </p:nvSpPr>
        <p:spPr>
          <a:xfrm>
            <a:off x="3703169" y="621736"/>
            <a:ext cx="48702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rgbClr val="595959"/>
                </a:solidFill>
                <a:latin typeface="Nunito Sans ExtraBold"/>
                <a:ea typeface="Nunito Sans ExtraBold"/>
                <a:cs typeface="Nunito Sans ExtraBold"/>
                <a:sym typeface="Nunito Sans ExtraBold"/>
              </a:rPr>
              <a:t>Infographic</a:t>
            </a:r>
            <a:endParaRPr>
              <a:solidFill>
                <a:srgbClr val="595959"/>
              </a:solidFill>
              <a:latin typeface="Nunito Sans ExtraBold"/>
              <a:ea typeface="Nunito Sans ExtraBold"/>
              <a:cs typeface="Nunito Sans ExtraBold"/>
              <a:sym typeface="Nunito Sans Extra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E9F5"/>
        </a:solidFill>
      </p:bgPr>
    </p:bg>
    <p:spTree>
      <p:nvGrpSpPr>
        <p:cNvPr id="547" name="Shape 547"/>
        <p:cNvGrpSpPr/>
        <p:nvPr/>
      </p:nvGrpSpPr>
      <p:grpSpPr>
        <a:xfrm>
          <a:off x="0" y="0"/>
          <a:ext cx="0" cy="0"/>
          <a:chOff x="0" y="0"/>
          <a:chExt cx="0" cy="0"/>
        </a:xfrm>
      </p:grpSpPr>
      <p:sp>
        <p:nvSpPr>
          <p:cNvPr id="548" name="Google Shape;548;p47"/>
          <p:cNvSpPr/>
          <p:nvPr/>
        </p:nvSpPr>
        <p:spPr>
          <a:xfrm>
            <a:off x="986400" y="986400"/>
            <a:ext cx="5601000" cy="2604000"/>
          </a:xfrm>
          <a:prstGeom prst="rect">
            <a:avLst/>
          </a:prstGeom>
          <a:solidFill>
            <a:srgbClr val="08B2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9" name="Google Shape;549;p47"/>
          <p:cNvSpPr/>
          <p:nvPr/>
        </p:nvSpPr>
        <p:spPr>
          <a:xfrm>
            <a:off x="8128000" y="4663747"/>
            <a:ext cx="4063800" cy="2194200"/>
          </a:xfrm>
          <a:prstGeom prst="rect">
            <a:avLst/>
          </a:prstGeom>
          <a:solidFill>
            <a:srgbClr val="A2D45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47"/>
          <p:cNvSpPr/>
          <p:nvPr/>
        </p:nvSpPr>
        <p:spPr>
          <a:xfrm>
            <a:off x="8128000" y="1"/>
            <a:ext cx="4063800" cy="2194200"/>
          </a:xfrm>
          <a:prstGeom prst="rect">
            <a:avLst/>
          </a:prstGeom>
          <a:solidFill>
            <a:srgbClr val="014AA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47"/>
          <p:cNvSpPr txBox="1"/>
          <p:nvPr/>
        </p:nvSpPr>
        <p:spPr>
          <a:xfrm>
            <a:off x="8574325" y="1163975"/>
            <a:ext cx="33303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FFFFFF"/>
                </a:solidFill>
                <a:latin typeface="Nunito Sans"/>
                <a:ea typeface="Nunito Sans"/>
                <a:cs typeface="Nunito Sans"/>
                <a:sym typeface="Nunito Sans"/>
              </a:rPr>
              <a:t>(506) 4040-0440 EXT 0123</a:t>
            </a:r>
            <a:endParaRPr b="1" sz="1800">
              <a:solidFill>
                <a:srgbClr val="FFFFFF"/>
              </a:solidFill>
              <a:latin typeface="Nunito Sans"/>
              <a:ea typeface="Nunito Sans"/>
              <a:cs typeface="Nunito Sans"/>
              <a:sym typeface="Nunito Sans"/>
            </a:endParaRPr>
          </a:p>
        </p:txBody>
      </p:sp>
      <p:pic>
        <p:nvPicPr>
          <p:cNvPr id="552" name="Google Shape;552;p47"/>
          <p:cNvPicPr preferRelativeResize="0"/>
          <p:nvPr/>
        </p:nvPicPr>
        <p:blipFill>
          <a:blip r:embed="rId3">
            <a:alphaModFix/>
          </a:blip>
          <a:stretch>
            <a:fillRect/>
          </a:stretch>
        </p:blipFill>
        <p:spPr>
          <a:xfrm>
            <a:off x="10012725" y="564848"/>
            <a:ext cx="453500" cy="453525"/>
          </a:xfrm>
          <a:prstGeom prst="rect">
            <a:avLst/>
          </a:prstGeom>
          <a:noFill/>
          <a:ln>
            <a:noFill/>
          </a:ln>
        </p:spPr>
      </p:pic>
      <p:pic>
        <p:nvPicPr>
          <p:cNvPr id="553" name="Google Shape;553;p47"/>
          <p:cNvPicPr preferRelativeResize="0"/>
          <p:nvPr/>
        </p:nvPicPr>
        <p:blipFill>
          <a:blip r:embed="rId4">
            <a:alphaModFix/>
          </a:blip>
          <a:stretch>
            <a:fillRect/>
          </a:stretch>
        </p:blipFill>
        <p:spPr>
          <a:xfrm>
            <a:off x="9027262" y="5540136"/>
            <a:ext cx="441421" cy="441431"/>
          </a:xfrm>
          <a:prstGeom prst="rect">
            <a:avLst/>
          </a:prstGeom>
          <a:noFill/>
          <a:ln>
            <a:noFill/>
          </a:ln>
        </p:spPr>
      </p:pic>
      <p:pic>
        <p:nvPicPr>
          <p:cNvPr id="554" name="Google Shape;554;p47"/>
          <p:cNvPicPr preferRelativeResize="0"/>
          <p:nvPr/>
        </p:nvPicPr>
        <p:blipFill>
          <a:blip r:embed="rId5">
            <a:alphaModFix/>
          </a:blip>
          <a:stretch>
            <a:fillRect/>
          </a:stretch>
        </p:blipFill>
        <p:spPr>
          <a:xfrm>
            <a:off x="9727933" y="5543169"/>
            <a:ext cx="205593" cy="435384"/>
          </a:xfrm>
          <a:prstGeom prst="rect">
            <a:avLst/>
          </a:prstGeom>
          <a:noFill/>
          <a:ln>
            <a:noFill/>
          </a:ln>
        </p:spPr>
      </p:pic>
      <p:pic>
        <p:nvPicPr>
          <p:cNvPr id="555" name="Google Shape;555;p47"/>
          <p:cNvPicPr preferRelativeResize="0"/>
          <p:nvPr/>
        </p:nvPicPr>
        <p:blipFill>
          <a:blip r:embed="rId6">
            <a:alphaModFix/>
          </a:blip>
          <a:stretch>
            <a:fillRect/>
          </a:stretch>
        </p:blipFill>
        <p:spPr>
          <a:xfrm>
            <a:off x="10192777" y="5534090"/>
            <a:ext cx="453514" cy="453525"/>
          </a:xfrm>
          <a:prstGeom prst="rect">
            <a:avLst/>
          </a:prstGeom>
          <a:noFill/>
          <a:ln>
            <a:noFill/>
          </a:ln>
        </p:spPr>
      </p:pic>
      <p:pic>
        <p:nvPicPr>
          <p:cNvPr id="556" name="Google Shape;556;p47"/>
          <p:cNvPicPr preferRelativeResize="0"/>
          <p:nvPr/>
        </p:nvPicPr>
        <p:blipFill>
          <a:blip r:embed="rId7">
            <a:alphaModFix/>
          </a:blip>
          <a:stretch>
            <a:fillRect/>
          </a:stretch>
        </p:blipFill>
        <p:spPr>
          <a:xfrm>
            <a:off x="10905542" y="5576429"/>
            <a:ext cx="386999" cy="368867"/>
          </a:xfrm>
          <a:prstGeom prst="rect">
            <a:avLst/>
          </a:prstGeom>
          <a:noFill/>
          <a:ln>
            <a:noFill/>
          </a:ln>
        </p:spPr>
      </p:pic>
      <p:sp>
        <p:nvSpPr>
          <p:cNvPr id="557" name="Google Shape;557;p47"/>
          <p:cNvSpPr txBox="1"/>
          <p:nvPr/>
        </p:nvSpPr>
        <p:spPr>
          <a:xfrm>
            <a:off x="1658964" y="1562622"/>
            <a:ext cx="4068600" cy="121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400">
              <a:solidFill>
                <a:schemeClr val="lt1"/>
              </a:solidFill>
              <a:latin typeface="Nunito Sans"/>
              <a:ea typeface="Nunito Sans"/>
              <a:cs typeface="Nunito Sans"/>
              <a:sym typeface="Nunito Sans"/>
            </a:endParaRPr>
          </a:p>
          <a:p>
            <a:pPr indent="0" lvl="0" marL="0" rtl="0" algn="ctr">
              <a:spcBef>
                <a:spcPts val="0"/>
              </a:spcBef>
              <a:spcAft>
                <a:spcPts val="0"/>
              </a:spcAft>
              <a:buNone/>
            </a:pPr>
            <a:r>
              <a:rPr lang="en-US" sz="4000">
                <a:solidFill>
                  <a:schemeClr val="lt1"/>
                </a:solidFill>
                <a:latin typeface="Nunito Sans Black"/>
                <a:ea typeface="Nunito Sans Black"/>
                <a:cs typeface="Nunito Sans Black"/>
                <a:sym typeface="Nunito Sans Black"/>
              </a:rPr>
              <a:t>¡GRACIAS!</a:t>
            </a:r>
            <a:endParaRPr sz="4000">
              <a:solidFill>
                <a:schemeClr val="lt1"/>
              </a:solidFill>
              <a:latin typeface="Nunito Sans Black"/>
              <a:ea typeface="Nunito Sans Black"/>
              <a:cs typeface="Nunito Sans Black"/>
              <a:sym typeface="Nunito Sans Black"/>
            </a:endParaRPr>
          </a:p>
        </p:txBody>
      </p:sp>
      <p:pic>
        <p:nvPicPr>
          <p:cNvPr id="558" name="Google Shape;558;p47"/>
          <p:cNvPicPr preferRelativeResize="0"/>
          <p:nvPr/>
        </p:nvPicPr>
        <p:blipFill>
          <a:blip r:embed="rId8">
            <a:alphaModFix/>
          </a:blip>
          <a:stretch>
            <a:fillRect/>
          </a:stretch>
        </p:blipFill>
        <p:spPr>
          <a:xfrm>
            <a:off x="1792513" y="4392076"/>
            <a:ext cx="3988775" cy="1218900"/>
          </a:xfrm>
          <a:prstGeom prst="rect">
            <a:avLst/>
          </a:prstGeom>
          <a:noFill/>
          <a:ln>
            <a:noFill/>
          </a:ln>
        </p:spPr>
      </p:pic>
      <p:sp>
        <p:nvSpPr>
          <p:cNvPr id="559" name="Google Shape;559;p47"/>
          <p:cNvSpPr/>
          <p:nvPr/>
        </p:nvSpPr>
        <p:spPr>
          <a:xfrm>
            <a:off x="8128000" y="2331874"/>
            <a:ext cx="4063800" cy="2194200"/>
          </a:xfrm>
          <a:prstGeom prst="rect">
            <a:avLst/>
          </a:prstGeom>
          <a:solidFill>
            <a:srgbClr val="FF830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7"/>
          <p:cNvSpPr txBox="1"/>
          <p:nvPr/>
        </p:nvSpPr>
        <p:spPr>
          <a:xfrm>
            <a:off x="9062946" y="3574550"/>
            <a:ext cx="2193900" cy="3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solidFill>
                  <a:srgbClr val="FFFFFF"/>
                </a:solidFill>
                <a:latin typeface="Nunito Sans"/>
                <a:ea typeface="Nunito Sans"/>
                <a:cs typeface="Nunito Sans"/>
                <a:sym typeface="Nunito Sans"/>
              </a:rPr>
              <a:t>www.upi.ac.cr</a:t>
            </a:r>
            <a:endParaRPr b="1" sz="2000">
              <a:solidFill>
                <a:srgbClr val="FFFFFF"/>
              </a:solidFill>
              <a:latin typeface="Nunito Sans"/>
              <a:ea typeface="Nunito Sans"/>
              <a:cs typeface="Nunito Sans"/>
              <a:sym typeface="Nunito Sans"/>
            </a:endParaRPr>
          </a:p>
        </p:txBody>
      </p:sp>
      <p:pic>
        <p:nvPicPr>
          <p:cNvPr id="561" name="Google Shape;561;p47"/>
          <p:cNvPicPr preferRelativeResize="0"/>
          <p:nvPr/>
        </p:nvPicPr>
        <p:blipFill>
          <a:blip r:embed="rId9">
            <a:alphaModFix/>
          </a:blip>
          <a:stretch>
            <a:fillRect/>
          </a:stretch>
        </p:blipFill>
        <p:spPr>
          <a:xfrm>
            <a:off x="9792513" y="2781526"/>
            <a:ext cx="734775" cy="786074"/>
          </a:xfrm>
          <a:prstGeom prst="rect">
            <a:avLst/>
          </a:prstGeom>
          <a:noFill/>
          <a:ln>
            <a:noFill/>
          </a:ln>
        </p:spPr>
      </p:pic>
      <p:sp>
        <p:nvSpPr>
          <p:cNvPr id="562" name="Google Shape;562;p47"/>
          <p:cNvSpPr/>
          <p:nvPr/>
        </p:nvSpPr>
        <p:spPr>
          <a:xfrm>
            <a:off x="0" y="0"/>
            <a:ext cx="986400" cy="986400"/>
          </a:xfrm>
          <a:prstGeom prst="rect">
            <a:avLst/>
          </a:prstGeom>
          <a:solidFill>
            <a:srgbClr val="5959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3" name="Google Shape;563;p47"/>
          <p:cNvSpPr/>
          <p:nvPr/>
        </p:nvSpPr>
        <p:spPr>
          <a:xfrm rot="-1800000">
            <a:off x="324883" y="277763"/>
            <a:ext cx="336629" cy="430875"/>
          </a:xfrm>
          <a:custGeom>
            <a:rect b="b" l="l" r="r" t="t"/>
            <a:pathLst>
              <a:path extrusionOk="0" h="160" w="125">
                <a:moveTo>
                  <a:pt x="122" y="105"/>
                </a:moveTo>
                <a:cubicBezTo>
                  <a:pt x="69" y="157"/>
                  <a:pt x="69" y="157"/>
                  <a:pt x="69" y="157"/>
                </a:cubicBezTo>
                <a:cubicBezTo>
                  <a:pt x="67" y="159"/>
                  <a:pt x="65" y="160"/>
                  <a:pt x="63" y="160"/>
                </a:cubicBezTo>
                <a:cubicBezTo>
                  <a:pt x="61" y="160"/>
                  <a:pt x="58" y="159"/>
                  <a:pt x="57" y="157"/>
                </a:cubicBezTo>
                <a:cubicBezTo>
                  <a:pt x="4" y="105"/>
                  <a:pt x="4" y="105"/>
                  <a:pt x="4" y="105"/>
                </a:cubicBezTo>
                <a:cubicBezTo>
                  <a:pt x="0" y="102"/>
                  <a:pt x="0" y="97"/>
                  <a:pt x="4" y="93"/>
                </a:cubicBezTo>
                <a:cubicBezTo>
                  <a:pt x="7" y="90"/>
                  <a:pt x="12" y="90"/>
                  <a:pt x="16" y="93"/>
                </a:cubicBezTo>
                <a:cubicBezTo>
                  <a:pt x="54" y="131"/>
                  <a:pt x="54" y="131"/>
                  <a:pt x="54" y="131"/>
                </a:cubicBezTo>
                <a:cubicBezTo>
                  <a:pt x="54" y="8"/>
                  <a:pt x="54" y="8"/>
                  <a:pt x="54" y="8"/>
                </a:cubicBezTo>
                <a:cubicBezTo>
                  <a:pt x="54" y="4"/>
                  <a:pt x="58" y="0"/>
                  <a:pt x="63" y="0"/>
                </a:cubicBezTo>
                <a:cubicBezTo>
                  <a:pt x="67" y="0"/>
                  <a:pt x="71" y="4"/>
                  <a:pt x="71" y="8"/>
                </a:cubicBezTo>
                <a:cubicBezTo>
                  <a:pt x="71" y="131"/>
                  <a:pt x="71" y="131"/>
                  <a:pt x="71" y="131"/>
                </a:cubicBezTo>
                <a:cubicBezTo>
                  <a:pt x="110" y="93"/>
                  <a:pt x="110" y="93"/>
                  <a:pt x="110" y="93"/>
                </a:cubicBezTo>
                <a:cubicBezTo>
                  <a:pt x="113" y="90"/>
                  <a:pt x="119" y="90"/>
                  <a:pt x="122" y="93"/>
                </a:cubicBezTo>
                <a:cubicBezTo>
                  <a:pt x="125" y="97"/>
                  <a:pt x="125" y="102"/>
                  <a:pt x="122" y="10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